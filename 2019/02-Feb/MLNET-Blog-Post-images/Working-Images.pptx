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4" r:id="rId2"/>
    <p:sldId id="267" r:id="rId3"/>
    <p:sldId id="266" r:id="rId4"/>
    <p:sldId id="265" r:id="rId5"/>
    <p:sldId id="258" r:id="rId6"/>
    <p:sldId id="259" r:id="rId7"/>
    <p:sldId id="257" r:id="rId8"/>
    <p:sldId id="256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A6A6A6"/>
    <a:srgbClr val="D9D9D9"/>
    <a:srgbClr val="595959"/>
    <a:srgbClr val="428DCF"/>
    <a:srgbClr val="0070C0"/>
    <a:srgbClr val="1C9CD8"/>
    <a:srgbClr val="289CD7"/>
    <a:srgbClr val="69A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63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11-28T21:09:09.391"/>
    </inkml:context>
    <inkml:brush xml:id="br0">
      <inkml:brushProperty name="width" value="0.17639" units="cm"/>
      <inkml:brushProperty name="height" value="0.17639" units="cm"/>
      <inkml:brushProperty name="ignorePressure" value="1"/>
    </inkml:brush>
  </inkml:definitions>
  <inkml:trace contextRef="#ctx0" brushRef="#br0">0 514,'0'-5,"3"-5,3 0,1-2,5 1,0 1,1 1,1 0,0-2,1 2,1 1,-2 1,-2-5,3 0,2-1,1 2,-3 0,-1 2,-1-1,1 0,0 1,4 1,1 1,0 0,0 0,-1 0,-1-4,0 0,2-1,1 2,2 0,0 1,-1 0,4 1,1 2,-2 0,-1 0,-3 2,-5-2,1 0,1 2,-1-4,1-1,-1 1,0-1,0 2,0-2,3 2,0-2,1 2,-1 1,-2-1,1 2,-2 0,3 2,1-2,-1 1,0 0,-1 1,4 2,2-3,-1 0,-2 0,-1 2,-2 0,0 1,1 1,0-1,0 1,0-2,-2-2,0 1,0 0,4 2,3-1,-2 2,0 0,-3 0,0 2,1 2,0 2,-1 1,-3 1,1 8,2 1,-1 0,-1-2,-1-2,0 1,-4-1,0 2,-2-1,-1-1,1 2,5 1,2 1,1-3,-3-1,-1-3,0 0,1 1,-1-1,6 2,3 3,0 1,-2-2,-1-1,1 0,0 1,-1-2,-1-1,-1-1,-1 2,-1-1,-3 1,2-2,1-2,1-3,-3 0,-1 0,0-1,0-2,1 0,1-2,3 0,2 0,7 0,3-3,-2-1,1-5,0-3,-2-1,0 0,-2 2,5-5,1-3,3-1,-1 3,4 2,-1 4,1-3,5-1,4-3,-3 1,1 1,0 3,-1 1,2-3,-2 1,-1 1,2 2,-5 3,-3 0,6 1,-2 3,-2-2,9 1,-1 1,0 1,-5 1,-7 1,-7 1,-4 3,-7 3,-4 1,5 8,3 4,-4 1,0 2,-1 1,-3 5,2-1,-1-1,0 3,0-4,-2-3,-3-3,0-2,1-3,0-2,0-3,5-3,2-2,1-2,1-2,-1 0,9-1,1 1,0-1,6-7,5-6,0 0,8-6,22-13,7-7,2-4,-9 5,-15 7,-4 5,-3 6,-6 5,1 1,1 0,-3-1,2 3,2-1,0 0,0 1,-1 3,-3 2,-5 3,-6 3,-5 1,-3 1,-3 0,-1 3,2 4,0 6,1 4,1 3,4 0,-3-2,1 5,-1 1,-1-4,1 3,-2 0,-3 0,0-3,-1-1,-3-1,0-1,0-4,-2 2,0-2,4-3,2-3,1-3,3-2,1-4,5-5,7-3,13-9,7-6,3-7,9-6,-5 0,-4 4,-9 6,-2 1,-5 3,-5 3,1 2,-4-1,-4 3,-5 2,0 2,-2 2,-1 3,-2 2,0 2,-2 2,0 2,2 3,1 6,1 5,-5 3,0 0,-5 1,1-3,-3-1,0 5,-1 2,4 0,2 0,2-2,-1-1,-1-4,-2 2,-1-2,-2-2,1-1,-2-1,2-2,-2 1,1-2,5-1,2-3,2-1,1-1,2-1,4 0,3 0,5-1,2 1,4 0,6-6,4-4,2-6,-2 0,4-6,-4 1,-4 2,-3 1,-4 0,-1 5,-4 3,-4 4,-5 3,-6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11-28T21:09:13.642"/>
    </inkml:context>
    <inkml:brush xml:id="br0">
      <inkml:brushProperty name="width" value="0.17639" units="cm"/>
      <inkml:brushProperty name="height" value="0.17639" units="cm"/>
      <inkml:brushProperty name="ignorePressure" value="1"/>
    </inkml:brush>
  </inkml:definitions>
  <inkml:trace contextRef="#ctx0" brushRef="#br0">0 562,'0'-3,"3"-3,3-4,7-3,6 2,2-2,12-5,8-9,0-1,4 0,2 0,-4 5,-1 3,-5 3,-6 3,2 3,-1-3,-4-2,5-1,-2 0,-2 3,2 1,-2-3,-3 1,-4 4,-2 3,-2 4,2 1,-1 2,0 1,-1 4,-1 3,0 3,5 6,1 5,0 2,-4 0,-3-4,-1-3,-4-1,0-3,-2-2,2-1,0 0,1-2,0 4,2 0,0-3,2-1,0-3,2-2,8-1,3-1,3 0,13-1,6-2,-3-1,10-8,8-4,-1-6,12-6,-4 1,-3-3,-3-5,-5 5,-5 3,0 5,-3-1,-2 2,1 5,-6 1,-5 4,3-1,-2 0,-7 3,-6 3,-6 3,-4 1,0 1,-1 4,-1 12,0 11,-4 5,1 5,-1-2,-1-3,-3-4,-2-4,-1-6,10-6,7-5,3-3,15-3,14 0,9-1,20-6,10-4,4 0,13-4,1-5,-8 2,5 3,-5 4,-12 4,-6 4,-14 2,-15 1,-15 0,-6 1,-9 3,-7 3,-4 3,3 19,-2 7,-1 6,7 12,0 5,-2-5,-2-1,-1-6,-4-9,-2-11,-3-7,-1-7,15-11,11-9,10-6,23-19,7-13,2-4,13-7,-2-3,-12 10,-9 6,-10 12,-12 10,-11 7,-5 0,-6 2,-4 3,-2 1,-1 2,-1 1,0 2,2 1,2 2,0 0,-1 0,0 6,-1 7,5 4,5 13,-1 4,-4-2,-3-5,-5-5,1-6,0-6,9-5,14-8,22-12,14-7,0-4,13-6,-4-3,-8 1,-8 7,-13 8,-16 5,-11 4,-8 4,-4 3,-3 2,3 1,2 1,-3 3,-1 3,1 6,-3 4,0-2,-2 0,0 0,-1 0,0-2,-1-1,4-2,0-1,4-1,1-2,10-3,16-9,9-7,4-6,10-3,1-3,-5 3,-5 2,-9 5,-10 4,-11 8,-7 6,-8 6,-4 6,1 2,-1-1,2 1,1-3,3-4,1-4,1-2,-2 0,-1 0,-2-1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2B86B-602D-4807-A4C6-49A2D792B5FA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923DB-1019-4BBB-9441-5E79C8893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7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0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90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86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95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29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48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7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4769-BD35-46E7-AAD9-A68DAA1E7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EEDF9-5DB6-4349-A7DE-4EACDDB16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2B00B-AFEA-4C28-84AC-E0777446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D74D3-102C-4C65-B932-F081161F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956C0-2DB3-442D-93B0-57F13ACC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2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C5EEC-B835-413B-9203-3F7CE151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2A3E4-16BC-448A-BB19-AC0CC1DDB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C7000-2B40-4524-8FF8-02040BC9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8D73-6484-4CAC-9BEF-B70AFD26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1EF19-3C69-4E20-B2E4-0B470552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7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96A6-54EA-4AA2-83DA-9EC583084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A0D2E-02E9-49A6-AE56-8A8313568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0B9D-1F42-4E01-84A3-CBBA9552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DC9B-01BA-494D-A3F6-BC4F5C43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FFCBC-F447-47A2-9C6F-BC1F5115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4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48BB6-DF1D-465B-BEB7-DCD7A601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C698-A72A-4E70-9181-5E7D1AFB5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08F33-25F9-4942-A32E-C425AB4CB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B7457-E231-4688-93AD-89871BC9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BC49B-03AF-4035-8823-3B85DB92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E1F04-798E-4B39-8048-59EF7292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1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2E43-690C-4DA5-8F01-751334AB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AEE11-7EA3-4F50-B6E1-3100E233E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85D02-9E7E-415B-BAB6-C601A6AC6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E2C6B-9F06-4533-9CF5-3BD9E3CBE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88A83-BCEB-4A9A-BA64-7530FEF4C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E7682-D065-43B8-BBFE-CA393046F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C620EA-BF8B-4484-963C-F70CE756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C9261-63FD-4F6F-9954-C731BA2F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1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D6E8-5491-47A1-9823-2336029F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8752B-818C-4784-89A8-EDDEFAA7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87BE7-418F-4F2B-B38E-52AB9FE7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10C14-4C6D-4532-AE59-05A5F246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4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C5356-49DA-4900-8188-D9B05234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DF225-CB0C-4BA1-9D6E-A88C0130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F1D04-7679-431D-9AF8-74E984A2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8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C794-FE0E-46EF-84FC-20AE0DB17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AF23-AD92-40EA-9A0C-461A45D32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64E0D-D59C-4F65-A738-B29A72BA2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D50ED-26D2-4532-83A2-13498FFF6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C217B-5467-49A7-ADEE-65FB693B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88B9E-3AC3-4FED-BAF1-A08B0625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0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0A23-B8F0-4725-B496-B7BEC7C1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6AF48-C647-474D-A269-2100A3322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F1E2F-957D-43DF-B7D4-280EB3641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3D516-5A23-458A-B336-A56C156F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39F20-464C-40DC-A35C-849222DB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31014-6228-4451-AC6B-A6404E68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1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046E-2CDB-4BA3-8A50-54EAEF57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8BAD9-BC19-4A0E-ACDA-E42EC4822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3111B-4669-424F-BDCC-062973EA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2CAE9-9C60-4D93-AF31-E106126FE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27368-5C8F-4B59-8140-34A3C2A2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8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957DA4-3D93-42FA-B9ED-FE6FA5876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3CA65-82A5-473C-B487-8026CF616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282D5-DF14-4BF3-A5C7-4BE4EA86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B1113-6AFE-480D-8DF8-E03A1364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3B603-807F-4FF5-9952-50EE7AD2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3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F2850-8851-4CDB-8146-4AFF50B8D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FEC55-BA7F-4BA4-9752-4E77ED5D2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C4043-5487-4B5F-A055-403EA9B71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9E5CE-9E2F-4137-94E0-5AE06EE15E38}" type="datetimeFigureOut">
              <a:rPr lang="en-US" smtClean="0"/>
              <a:t>2/6/2019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4712B-45F4-42C1-934B-45240EF43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44D92-A925-44EF-A8DE-818E74CA2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1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6.sv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30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cid:image007.png@01D48725.89F3C120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E392B953-7AED-4C66-9A3B-53EB0586246F}"/>
              </a:ext>
            </a:extLst>
          </p:cNvPr>
          <p:cNvGrpSpPr/>
          <p:nvPr/>
        </p:nvGrpSpPr>
        <p:grpSpPr>
          <a:xfrm>
            <a:off x="2113490" y="1875317"/>
            <a:ext cx="1700620" cy="1664677"/>
            <a:chOff x="6993205" y="1899137"/>
            <a:chExt cx="1664677" cy="1664677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D18573A-D1BC-4225-B4E1-C0082C3FD9CE}"/>
                </a:ext>
              </a:extLst>
            </p:cNvPr>
            <p:cNvSpPr/>
            <p:nvPr/>
          </p:nvSpPr>
          <p:spPr bwMode="auto">
            <a:xfrm>
              <a:off x="6993205" y="1899137"/>
              <a:ext cx="1664677" cy="1664677"/>
            </a:xfrm>
            <a:prstGeom prst="rect">
              <a:avLst/>
            </a:prstGeom>
            <a:solidFill>
              <a:srgbClr val="D9D9D9">
                <a:alpha val="50000"/>
              </a:srgb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8824D3E-B2E9-4A68-AD67-83CCA1E2ACEA}"/>
                </a:ext>
              </a:extLst>
            </p:cNvPr>
            <p:cNvSpPr txBox="1"/>
            <p:nvPr/>
          </p:nvSpPr>
          <p:spPr>
            <a:xfrm>
              <a:off x="7010445" y="2800866"/>
              <a:ext cx="1620528" cy="741742"/>
            </a:xfrm>
            <a:prstGeom prst="rect">
              <a:avLst/>
            </a:prstGeom>
            <a:solidFill>
              <a:srgbClr val="ECECEC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sz="2400" b="0" i="0" u="none" strike="noStrike" cap="none" spc="0" normalizeH="0" baseline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chemeClr val="tx1"/>
                  </a:solidFill>
                </a:rPr>
                <a:t>Data Prep</a:t>
              </a:r>
            </a:p>
            <a:p>
              <a:r>
                <a:rPr lang="en-US" sz="2000" dirty="0">
                  <a:solidFill>
                    <a:schemeClr val="tx1"/>
                  </a:solidFill>
                </a:rPr>
                <a:t>libraries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9B61581-DF05-4B36-9F45-96A756529710}"/>
              </a:ext>
            </a:extLst>
          </p:cNvPr>
          <p:cNvSpPr/>
          <p:nvPr/>
        </p:nvSpPr>
        <p:spPr>
          <a:xfrm>
            <a:off x="1172447" y="361221"/>
            <a:ext cx="100752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Segoe UI" panose="020B0502040204020203" pitchFamily="34" charset="0"/>
                <a:cs typeface="Segoe UI" panose="020B0502040204020203" pitchFamily="34" charset="0"/>
              </a:rPr>
              <a:t>IDataView interoperability in the .NET ecosystem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A46096-61D7-4C24-9228-A161ABE1D9DC}"/>
              </a:ext>
            </a:extLst>
          </p:cNvPr>
          <p:cNvGrpSpPr/>
          <p:nvPr/>
        </p:nvGrpSpPr>
        <p:grpSpPr>
          <a:xfrm>
            <a:off x="4811585" y="1419403"/>
            <a:ext cx="2586005" cy="2586005"/>
            <a:chOff x="4385239" y="1879407"/>
            <a:chExt cx="2586005" cy="258600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EDCF6A7-7A96-4047-BD96-3C108165F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5239" y="1879407"/>
              <a:ext cx="2586005" cy="258600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1DDF70-CE7E-4485-A223-31378840968C}"/>
                </a:ext>
              </a:extLst>
            </p:cNvPr>
            <p:cNvSpPr/>
            <p:nvPr/>
          </p:nvSpPr>
          <p:spPr>
            <a:xfrm>
              <a:off x="4740356" y="2855445"/>
              <a:ext cx="187577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IDataView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A215E08-B69B-43F0-9316-C7819F6BDB1B}"/>
              </a:ext>
            </a:extLst>
          </p:cNvPr>
          <p:cNvSpPr/>
          <p:nvPr/>
        </p:nvSpPr>
        <p:spPr bwMode="auto">
          <a:xfrm>
            <a:off x="8402439" y="1875317"/>
            <a:ext cx="1664677" cy="1664677"/>
          </a:xfrm>
          <a:prstGeom prst="rect">
            <a:avLst/>
          </a:prstGeom>
          <a:solidFill>
            <a:srgbClr val="D9D9D9">
              <a:alpha val="5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cs typeface="Segoe UI" pitchFamily="34" charset="0"/>
            </a:endParaRPr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99A5593-35D8-465F-8E76-556FBC983A64}"/>
              </a:ext>
            </a:extLst>
          </p:cNvPr>
          <p:cNvSpPr/>
          <p:nvPr/>
        </p:nvSpPr>
        <p:spPr>
          <a:xfrm>
            <a:off x="7247547" y="2356342"/>
            <a:ext cx="1099524" cy="702629"/>
          </a:xfrm>
          <a:prstGeom prst="leftRightArrow">
            <a:avLst/>
          </a:prstGeom>
          <a:solidFill>
            <a:srgbClr val="428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Left-Right 58">
            <a:extLst>
              <a:ext uri="{FF2B5EF4-FFF2-40B4-BE49-F238E27FC236}">
                <a16:creationId xmlns:a16="http://schemas.microsoft.com/office/drawing/2014/main" id="{CF41DF61-42D6-4ADD-B403-86F67B4C66CC}"/>
              </a:ext>
            </a:extLst>
          </p:cNvPr>
          <p:cNvSpPr/>
          <p:nvPr/>
        </p:nvSpPr>
        <p:spPr>
          <a:xfrm>
            <a:off x="3889620" y="2356342"/>
            <a:ext cx="1099524" cy="702629"/>
          </a:xfrm>
          <a:prstGeom prst="leftRightArrow">
            <a:avLst/>
          </a:prstGeom>
          <a:solidFill>
            <a:srgbClr val="428DC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59AE757-CB5C-4A1F-8E87-BE2CAE9D5AEA}"/>
              </a:ext>
            </a:extLst>
          </p:cNvPr>
          <p:cNvGrpSpPr/>
          <p:nvPr/>
        </p:nvGrpSpPr>
        <p:grpSpPr>
          <a:xfrm>
            <a:off x="2585679" y="1957380"/>
            <a:ext cx="803175" cy="775419"/>
            <a:chOff x="2552362" y="2530295"/>
            <a:chExt cx="803175" cy="77541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E2B0ED9-EFDE-4407-9060-FAA5D0B44EDC}"/>
                </a:ext>
              </a:extLst>
            </p:cNvPr>
            <p:cNvSpPr/>
            <p:nvPr/>
          </p:nvSpPr>
          <p:spPr>
            <a:xfrm>
              <a:off x="2561868" y="2608564"/>
              <a:ext cx="751461" cy="6851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1ACC7858-8F27-482F-A0B9-B922C9008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52362" y="2530295"/>
              <a:ext cx="803175" cy="775419"/>
            </a:xfrm>
            <a:prstGeom prst="rect">
              <a:avLst/>
            </a:prstGeom>
          </p:spPr>
        </p:pic>
      </p:grpSp>
      <p:pic>
        <p:nvPicPr>
          <p:cNvPr id="67" name="Picture 2" descr="Image result for nuget logo">
            <a:extLst>
              <a:ext uri="{FF2B5EF4-FFF2-40B4-BE49-F238E27FC236}">
                <a16:creationId xmlns:a16="http://schemas.microsoft.com/office/drawing/2014/main" id="{F5CC0AC9-3DF2-46F3-909C-8808DB87E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085" y="1544951"/>
            <a:ext cx="625061" cy="62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72DB9568-F63D-4022-80AE-13F93EF341B2}"/>
              </a:ext>
            </a:extLst>
          </p:cNvPr>
          <p:cNvGrpSpPr/>
          <p:nvPr/>
        </p:nvGrpSpPr>
        <p:grpSpPr>
          <a:xfrm>
            <a:off x="5320141" y="4541361"/>
            <a:ext cx="1686103" cy="1664677"/>
            <a:chOff x="3665415" y="1899137"/>
            <a:chExt cx="1664677" cy="1664677"/>
          </a:xfrm>
          <a:solidFill>
            <a:schemeClr val="bg1">
              <a:lumMod val="65000"/>
            </a:schemeClr>
          </a:solidFill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74EB605-D084-4A07-A11B-666E944B4FA7}"/>
                </a:ext>
              </a:extLst>
            </p:cNvPr>
            <p:cNvSpPr/>
            <p:nvPr/>
          </p:nvSpPr>
          <p:spPr bwMode="auto">
            <a:xfrm>
              <a:off x="3665415" y="1899137"/>
              <a:ext cx="1664677" cy="1664677"/>
            </a:xfrm>
            <a:prstGeom prst="rect">
              <a:avLst/>
            </a:prstGeom>
            <a:solidFill>
              <a:srgbClr val="D9D9D9">
                <a:alpha val="50000"/>
              </a:srgb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1331AE0-14AE-40F3-9B21-2241954DE220}"/>
                </a:ext>
              </a:extLst>
            </p:cNvPr>
            <p:cNvSpPr txBox="1"/>
            <p:nvPr/>
          </p:nvSpPr>
          <p:spPr>
            <a:xfrm>
              <a:off x="3665415" y="2789647"/>
              <a:ext cx="1655007" cy="741742"/>
            </a:xfrm>
            <a:prstGeom prst="rect">
              <a:avLst/>
            </a:prstGeom>
            <a:solidFill>
              <a:srgbClr val="ECECEC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  <a:cs typeface="Segoe UI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dirty="0">
                  <a:solidFill>
                    <a:schemeClr val="tx1"/>
                  </a:solidFill>
                </a:rPr>
                <a:t>Plotting</a:t>
              </a:r>
            </a:p>
            <a:p>
              <a:r>
                <a:rPr lang="en-US" sz="2000" dirty="0">
                  <a:solidFill>
                    <a:schemeClr val="tx1"/>
                  </a:solidFill>
                </a:rPr>
                <a:t>libraries</a:t>
              </a:r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8531EF3E-B8B1-4D4F-B0B1-23AF43769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3995" y="4694052"/>
            <a:ext cx="678392" cy="662817"/>
          </a:xfrm>
          <a:prstGeom prst="rect">
            <a:avLst/>
          </a:prstGeom>
        </p:spPr>
      </p:pic>
      <p:sp>
        <p:nvSpPr>
          <p:cNvPr id="74" name="Arrow: Down 73">
            <a:extLst>
              <a:ext uri="{FF2B5EF4-FFF2-40B4-BE49-F238E27FC236}">
                <a16:creationId xmlns:a16="http://schemas.microsoft.com/office/drawing/2014/main" id="{E8544D27-FB8B-402E-B27A-73D9893F59A9}"/>
              </a:ext>
            </a:extLst>
          </p:cNvPr>
          <p:cNvSpPr/>
          <p:nvPr/>
        </p:nvSpPr>
        <p:spPr>
          <a:xfrm>
            <a:off x="5882522" y="3846119"/>
            <a:ext cx="550372" cy="662817"/>
          </a:xfrm>
          <a:prstGeom prst="downArrow">
            <a:avLst/>
          </a:prstGeom>
          <a:solidFill>
            <a:srgbClr val="428DC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2" descr="Image result for nuget logo">
            <a:extLst>
              <a:ext uri="{FF2B5EF4-FFF2-40B4-BE49-F238E27FC236}">
                <a16:creationId xmlns:a16="http://schemas.microsoft.com/office/drawing/2014/main" id="{4140FB4B-257E-421B-8D55-5B734C88D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887" y="4269288"/>
            <a:ext cx="625061" cy="62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Image result for nuget logo">
            <a:extLst>
              <a:ext uri="{FF2B5EF4-FFF2-40B4-BE49-F238E27FC236}">
                <a16:creationId xmlns:a16="http://schemas.microsoft.com/office/drawing/2014/main" id="{3DFF888B-ABAD-4E06-93E0-6352E2814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0849" y="1603818"/>
            <a:ext cx="625061" cy="62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2" descr="Image result for nuget logo">
            <a:extLst>
              <a:ext uri="{FF2B5EF4-FFF2-40B4-BE49-F238E27FC236}">
                <a16:creationId xmlns:a16="http://schemas.microsoft.com/office/drawing/2014/main" id="{A2F16A91-A02C-4052-9003-A7CCA2898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41" y="1410588"/>
            <a:ext cx="625061" cy="62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74CA7BB-E73D-4BB7-8ED2-1DFCCF0A49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10431" y="2155016"/>
            <a:ext cx="1098043" cy="1098043"/>
          </a:xfrm>
          <a:prstGeom prst="rect">
            <a:avLst/>
          </a:prstGeom>
        </p:spPr>
      </p:pic>
      <p:sp>
        <p:nvSpPr>
          <p:cNvPr id="43" name="Arrow: Left-Right 42">
            <a:extLst>
              <a:ext uri="{FF2B5EF4-FFF2-40B4-BE49-F238E27FC236}">
                <a16:creationId xmlns:a16="http://schemas.microsoft.com/office/drawing/2014/main" id="{EDD79D52-D168-4035-A067-C6C93631571E}"/>
              </a:ext>
            </a:extLst>
          </p:cNvPr>
          <p:cNvSpPr/>
          <p:nvPr/>
        </p:nvSpPr>
        <p:spPr>
          <a:xfrm rot="19324804">
            <a:off x="4122212" y="3670306"/>
            <a:ext cx="1099524" cy="702629"/>
          </a:xfrm>
          <a:prstGeom prst="leftRightArrow">
            <a:avLst/>
          </a:prstGeom>
          <a:solidFill>
            <a:srgbClr val="428DC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Left-Right 43">
            <a:extLst>
              <a:ext uri="{FF2B5EF4-FFF2-40B4-BE49-F238E27FC236}">
                <a16:creationId xmlns:a16="http://schemas.microsoft.com/office/drawing/2014/main" id="{AFEA5A6D-6FBA-43A1-8611-A43BB9DA9449}"/>
              </a:ext>
            </a:extLst>
          </p:cNvPr>
          <p:cNvSpPr/>
          <p:nvPr/>
        </p:nvSpPr>
        <p:spPr>
          <a:xfrm rot="13064708">
            <a:off x="6984218" y="3683694"/>
            <a:ext cx="1099524" cy="702629"/>
          </a:xfrm>
          <a:prstGeom prst="leftRightArrow">
            <a:avLst/>
          </a:prstGeom>
          <a:solidFill>
            <a:srgbClr val="428DC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2" descr="Image result for nuget logo">
            <a:extLst>
              <a:ext uri="{FF2B5EF4-FFF2-40B4-BE49-F238E27FC236}">
                <a16:creationId xmlns:a16="http://schemas.microsoft.com/office/drawing/2014/main" id="{3B6D0070-C201-4A56-8F4A-BA509972E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3701" y="4453144"/>
            <a:ext cx="625061" cy="62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Image result for nuget logo">
            <a:extLst>
              <a:ext uri="{FF2B5EF4-FFF2-40B4-BE49-F238E27FC236}">
                <a16:creationId xmlns:a16="http://schemas.microsoft.com/office/drawing/2014/main" id="{1BD1D486-7DC9-46E0-A375-C3C949908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984" y="4793078"/>
            <a:ext cx="625061" cy="62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Image result for nuget logo">
            <a:extLst>
              <a:ext uri="{FF2B5EF4-FFF2-40B4-BE49-F238E27FC236}">
                <a16:creationId xmlns:a16="http://schemas.microsoft.com/office/drawing/2014/main" id="{22216942-43BF-454E-8683-ED4F99E9D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067" y="4453349"/>
            <a:ext cx="625061" cy="62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Image result for nuget logo">
            <a:extLst>
              <a:ext uri="{FF2B5EF4-FFF2-40B4-BE49-F238E27FC236}">
                <a16:creationId xmlns:a16="http://schemas.microsoft.com/office/drawing/2014/main" id="{198157C5-1B57-4A86-A26A-BF1FF5958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309" y="4776744"/>
            <a:ext cx="625061" cy="62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00B8C939-8D0C-4F14-8CF3-742C6146293F}"/>
              </a:ext>
            </a:extLst>
          </p:cNvPr>
          <p:cNvSpPr>
            <a:spLocks noChangeAspect="1"/>
          </p:cNvSpPr>
          <p:nvPr/>
        </p:nvSpPr>
        <p:spPr bwMode="auto">
          <a:xfrm>
            <a:off x="2511256" y="4318425"/>
            <a:ext cx="936467" cy="936731"/>
          </a:xfrm>
          <a:prstGeom prst="rect">
            <a:avLst/>
          </a:prstGeom>
          <a:solidFill>
            <a:srgbClr val="D9D9D9">
              <a:alpha val="5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44C4C4-B38D-420F-A3F4-7CABF041D554}"/>
              </a:ext>
            </a:extLst>
          </p:cNvPr>
          <p:cNvSpPr>
            <a:spLocks noChangeAspect="1"/>
          </p:cNvSpPr>
          <p:nvPr/>
        </p:nvSpPr>
        <p:spPr bwMode="auto">
          <a:xfrm>
            <a:off x="3563068" y="4650774"/>
            <a:ext cx="936467" cy="936731"/>
          </a:xfrm>
          <a:prstGeom prst="rect">
            <a:avLst/>
          </a:prstGeom>
          <a:solidFill>
            <a:srgbClr val="D9D9D9">
              <a:alpha val="5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95210E-492A-4912-8595-62E075F49CAE}"/>
              </a:ext>
            </a:extLst>
          </p:cNvPr>
          <p:cNvSpPr>
            <a:spLocks noChangeAspect="1"/>
          </p:cNvSpPr>
          <p:nvPr/>
        </p:nvSpPr>
        <p:spPr bwMode="auto">
          <a:xfrm>
            <a:off x="7815868" y="4649345"/>
            <a:ext cx="936467" cy="936731"/>
          </a:xfrm>
          <a:prstGeom prst="rect">
            <a:avLst/>
          </a:prstGeom>
          <a:solidFill>
            <a:srgbClr val="D9D9D9">
              <a:alpha val="5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BDA09E-4BF8-4168-8F42-E0B30DE42CE9}"/>
              </a:ext>
            </a:extLst>
          </p:cNvPr>
          <p:cNvSpPr>
            <a:spLocks noChangeAspect="1"/>
          </p:cNvSpPr>
          <p:nvPr/>
        </p:nvSpPr>
        <p:spPr bwMode="auto">
          <a:xfrm>
            <a:off x="8872007" y="4316187"/>
            <a:ext cx="936467" cy="936731"/>
          </a:xfrm>
          <a:prstGeom prst="rect">
            <a:avLst/>
          </a:prstGeom>
          <a:solidFill>
            <a:srgbClr val="D9D9D9">
              <a:alpha val="5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13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5712FF5-D1DD-4ACC-9730-5C474F7A9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401" y="670910"/>
            <a:ext cx="4048362" cy="190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1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B68F1F-92A7-458D-ACA2-12227062E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60" y="427026"/>
            <a:ext cx="5179359" cy="3001974"/>
          </a:xfrm>
          <a:prstGeom prst="rect">
            <a:avLst/>
          </a:prstGeom>
          <a:ln w="3175">
            <a:solidFill>
              <a:schemeClr val="bg1">
                <a:lumMod val="5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A89D5E-B398-46CB-A1F6-27FEBC0CB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624" y="396486"/>
            <a:ext cx="6143075" cy="3459539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pic>
        <p:nvPicPr>
          <p:cNvPr id="2050" name="Picture 2" descr="Resultado de imagen para community code sharing icon">
            <a:extLst>
              <a:ext uri="{FF2B5EF4-FFF2-40B4-BE49-F238E27FC236}">
                <a16:creationId xmlns:a16="http://schemas.microsoft.com/office/drawing/2014/main" id="{BF8D14C9-4B4C-41B4-9242-B2EB93CDE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61" y="4631369"/>
            <a:ext cx="1480991" cy="1480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7001AA-9BDB-4393-A19A-8C3B92EE7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685" y="3545403"/>
            <a:ext cx="3425434" cy="293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4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038767-6717-4C41-83B0-A9ABB0BAD51D}"/>
              </a:ext>
            </a:extLst>
          </p:cNvPr>
          <p:cNvSpPr/>
          <p:nvPr/>
        </p:nvSpPr>
        <p:spPr bwMode="auto">
          <a:xfrm>
            <a:off x="866114" y="1269434"/>
            <a:ext cx="10546157" cy="1135108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Developer-friendly ML APIs to: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FBCA10-F889-4EC1-92A0-826F74C66435}"/>
              </a:ext>
            </a:extLst>
          </p:cNvPr>
          <p:cNvGrpSpPr/>
          <p:nvPr/>
        </p:nvGrpSpPr>
        <p:grpSpPr>
          <a:xfrm>
            <a:off x="1033427" y="1336316"/>
            <a:ext cx="1591907" cy="914509"/>
            <a:chOff x="5645444" y="5800539"/>
            <a:chExt cx="1591907" cy="914509"/>
          </a:xfrm>
        </p:grpSpPr>
        <p:pic>
          <p:nvPicPr>
            <p:cNvPr id="6" name="Picture 2" descr="Image result for nuget logo">
              <a:extLst>
                <a:ext uri="{FF2B5EF4-FFF2-40B4-BE49-F238E27FC236}">
                  <a16:creationId xmlns:a16="http://schemas.microsoft.com/office/drawing/2014/main" id="{BEBDCCDF-4808-49EA-B27F-3E5C05388B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5444" y="5800539"/>
              <a:ext cx="914509" cy="914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F6A810-9B99-430C-A87D-5A37B50F8427}"/>
                </a:ext>
              </a:extLst>
            </p:cNvPr>
            <p:cNvSpPr/>
            <p:nvPr/>
          </p:nvSpPr>
          <p:spPr>
            <a:xfrm>
              <a:off x="6425910" y="6070376"/>
              <a:ext cx="81144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nuget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34B0165-E961-48CB-9D38-4527E4414150}"/>
              </a:ext>
            </a:extLst>
          </p:cNvPr>
          <p:cNvGrpSpPr/>
          <p:nvPr/>
        </p:nvGrpSpPr>
        <p:grpSpPr>
          <a:xfrm>
            <a:off x="866115" y="2690605"/>
            <a:ext cx="10573167" cy="3642731"/>
            <a:chOff x="866115" y="2690605"/>
            <a:chExt cx="10573167" cy="364273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5A49942-7AFA-4A6B-87DA-01740BB46D1A}"/>
                </a:ext>
              </a:extLst>
            </p:cNvPr>
            <p:cNvGrpSpPr/>
            <p:nvPr/>
          </p:nvGrpSpPr>
          <p:grpSpPr>
            <a:xfrm>
              <a:off x="866115" y="2690605"/>
              <a:ext cx="10573167" cy="3642731"/>
              <a:chOff x="866115" y="2690605"/>
              <a:chExt cx="10573167" cy="3642731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5843690-43C2-4ED1-AD7A-D2AE3B9E793C}"/>
                  </a:ext>
                </a:extLst>
              </p:cNvPr>
              <p:cNvSpPr/>
              <p:nvPr/>
            </p:nvSpPr>
            <p:spPr>
              <a:xfrm>
                <a:off x="866116" y="2708082"/>
                <a:ext cx="2509965" cy="3625254"/>
              </a:xfrm>
              <a:prstGeom prst="rect">
                <a:avLst/>
              </a:prstGeom>
              <a:solidFill>
                <a:srgbClr val="505050">
                  <a:lumMod val="20000"/>
                  <a:lumOff val="80000"/>
                </a:srgb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83081CA-A967-4DAB-92EA-B7B1F430E56E}"/>
                  </a:ext>
                </a:extLst>
              </p:cNvPr>
              <p:cNvSpPr/>
              <p:nvPr/>
            </p:nvSpPr>
            <p:spPr bwMode="auto">
              <a:xfrm>
                <a:off x="866115" y="2708080"/>
                <a:ext cx="2507235" cy="540154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Transforms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602ACD0-8CD4-436D-A6D3-3356CA9A4B6C}"/>
                  </a:ext>
                </a:extLst>
              </p:cNvPr>
              <p:cNvSpPr/>
              <p:nvPr/>
            </p:nvSpPr>
            <p:spPr>
              <a:xfrm>
                <a:off x="3576373" y="2708082"/>
                <a:ext cx="2509965" cy="3625254"/>
              </a:xfrm>
              <a:prstGeom prst="rect">
                <a:avLst/>
              </a:prstGeom>
              <a:solidFill>
                <a:srgbClr val="505050">
                  <a:lumMod val="20000"/>
                  <a:lumOff val="80000"/>
                </a:srgb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7CA5DF8-906F-4E7D-82A9-0BEEE50DF504}"/>
                  </a:ext>
                </a:extLst>
              </p:cNvPr>
              <p:cNvSpPr/>
              <p:nvPr/>
            </p:nvSpPr>
            <p:spPr bwMode="auto">
              <a:xfrm>
                <a:off x="3576372" y="2708080"/>
                <a:ext cx="2507235" cy="540154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Trainers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B72B129-BF73-4D93-B561-98AA7F6F4C29}"/>
                  </a:ext>
                </a:extLst>
              </p:cNvPr>
              <p:cNvSpPr/>
              <p:nvPr/>
            </p:nvSpPr>
            <p:spPr>
              <a:xfrm>
                <a:off x="1033427" y="3380135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Text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E1F6400-C8E6-439E-901F-30B905A64402}"/>
                  </a:ext>
                </a:extLst>
              </p:cNvPr>
              <p:cNvSpPr/>
              <p:nvPr/>
            </p:nvSpPr>
            <p:spPr>
              <a:xfrm>
                <a:off x="1023995" y="3808675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Schema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674EC67-17CD-4290-87C5-567CF466CA1E}"/>
                  </a:ext>
                </a:extLst>
              </p:cNvPr>
              <p:cNvSpPr/>
              <p:nvPr/>
            </p:nvSpPr>
            <p:spPr>
              <a:xfrm>
                <a:off x="1023994" y="4239040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Missing values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DBE373E-9660-453B-B999-EAFF1C6BC796}"/>
                  </a:ext>
                </a:extLst>
              </p:cNvPr>
              <p:cNvSpPr/>
              <p:nvPr/>
            </p:nvSpPr>
            <p:spPr>
              <a:xfrm>
                <a:off x="1033427" y="4669405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Categorical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29C103D-0A76-4006-AAF5-2035B5FDEE69}"/>
                  </a:ext>
                </a:extLst>
              </p:cNvPr>
              <p:cNvSpPr/>
              <p:nvPr/>
            </p:nvSpPr>
            <p:spPr>
              <a:xfrm>
                <a:off x="1033427" y="5105672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Normalization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5DA4E10-9DBF-45D6-B730-1E4517A075D2}"/>
                  </a:ext>
                </a:extLst>
              </p:cNvPr>
              <p:cNvSpPr/>
              <p:nvPr/>
            </p:nvSpPr>
            <p:spPr>
              <a:xfrm>
                <a:off x="1023995" y="5536037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Feature Selection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7A567B-54C7-45A0-BAF2-88C4BD60E02E}"/>
                  </a:ext>
                </a:extLst>
              </p:cNvPr>
              <p:cNvSpPr/>
              <p:nvPr/>
            </p:nvSpPr>
            <p:spPr>
              <a:xfrm>
                <a:off x="3733634" y="3387216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Linear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BB33444-B7C6-44E9-B2E8-050DA7DF7F9F}"/>
                  </a:ext>
                </a:extLst>
              </p:cNvPr>
              <p:cNvSpPr/>
              <p:nvPr/>
            </p:nvSpPr>
            <p:spPr>
              <a:xfrm>
                <a:off x="3733634" y="3823483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Boosted Trees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39AE855-10AB-4F12-9F5E-0149D88369FB}"/>
                  </a:ext>
                </a:extLst>
              </p:cNvPr>
              <p:cNvSpPr/>
              <p:nvPr/>
            </p:nvSpPr>
            <p:spPr>
              <a:xfrm>
                <a:off x="3724202" y="4253848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Svm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FD4C1D6-05D9-410F-9527-6D94CAD1ED22}"/>
                  </a:ext>
                </a:extLst>
              </p:cNvPr>
              <p:cNvSpPr/>
              <p:nvPr/>
            </p:nvSpPr>
            <p:spPr>
              <a:xfrm>
                <a:off x="3724201" y="4684213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K-Means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816C992-62FA-48A6-B33F-12A8881C1429}"/>
                  </a:ext>
                </a:extLst>
              </p:cNvPr>
              <p:cNvSpPr/>
              <p:nvPr/>
            </p:nvSpPr>
            <p:spPr>
              <a:xfrm>
                <a:off x="6257003" y="2690606"/>
                <a:ext cx="2509965" cy="3642729"/>
              </a:xfrm>
              <a:prstGeom prst="rect">
                <a:avLst/>
              </a:prstGeom>
              <a:solidFill>
                <a:srgbClr val="505050">
                  <a:lumMod val="20000"/>
                  <a:lumOff val="80000"/>
                </a:srgb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E069F04-31ED-4341-9711-BC5E8D84B906}"/>
                  </a:ext>
                </a:extLst>
              </p:cNvPr>
              <p:cNvSpPr/>
              <p:nvPr/>
            </p:nvSpPr>
            <p:spPr bwMode="auto">
              <a:xfrm>
                <a:off x="6257002" y="2690605"/>
                <a:ext cx="2507235" cy="540154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Misc.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82239A1-C114-412E-B29E-50C81DA0C6AB}"/>
                  </a:ext>
                </a:extLst>
              </p:cNvPr>
              <p:cNvSpPr/>
              <p:nvPr/>
            </p:nvSpPr>
            <p:spPr>
              <a:xfrm>
                <a:off x="6411533" y="3364364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ML Data framework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C02C380-8DA9-482B-999B-854B437D104C}"/>
                  </a:ext>
                </a:extLst>
              </p:cNvPr>
              <p:cNvSpPr/>
              <p:nvPr/>
            </p:nvSpPr>
            <p:spPr>
              <a:xfrm>
                <a:off x="6411533" y="3800631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Evaluators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9FFA959-0755-4A22-98EC-C629CCD3506A}"/>
                  </a:ext>
                </a:extLst>
              </p:cNvPr>
              <p:cNvSpPr/>
              <p:nvPr/>
            </p:nvSpPr>
            <p:spPr>
              <a:xfrm>
                <a:off x="6402101" y="4230996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Calibrators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A22F7BC-749F-4B66-ACE0-F7BC069C7BA8}"/>
                  </a:ext>
                </a:extLst>
              </p:cNvPr>
              <p:cNvSpPr/>
              <p:nvPr/>
            </p:nvSpPr>
            <p:spPr>
              <a:xfrm>
                <a:off x="6402100" y="4661361"/>
                <a:ext cx="2191473" cy="35801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079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Data loaders</a:t>
                </a:r>
              </a:p>
            </p:txBody>
          </p:sp>
          <p:sp>
            <p:nvSpPr>
              <p:cNvPr id="31" name="tool" title="Icon of a skrewdriver and wrench">
                <a:extLst>
                  <a:ext uri="{FF2B5EF4-FFF2-40B4-BE49-F238E27FC236}">
                    <a16:creationId xmlns:a16="http://schemas.microsoft.com/office/drawing/2014/main" id="{0C3797DC-FF91-40E7-84C4-509356B2CCB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837762" y="5966616"/>
                <a:ext cx="191827" cy="295693"/>
              </a:xfrm>
              <a:custGeom>
                <a:avLst/>
                <a:gdLst>
                  <a:gd name="T0" fmla="*/ 196 w 256"/>
                  <a:gd name="T1" fmla="*/ 0 h 360"/>
                  <a:gd name="T2" fmla="*/ 256 w 256"/>
                  <a:gd name="T3" fmla="*/ 60 h 360"/>
                  <a:gd name="T4" fmla="*/ 230 w 256"/>
                  <a:gd name="T5" fmla="*/ 110 h 360"/>
                  <a:gd name="T6" fmla="*/ 222 w 256"/>
                  <a:gd name="T7" fmla="*/ 114 h 360"/>
                  <a:gd name="T8" fmla="*/ 222 w 256"/>
                  <a:gd name="T9" fmla="*/ 334 h 360"/>
                  <a:gd name="T10" fmla="*/ 196 w 256"/>
                  <a:gd name="T11" fmla="*/ 360 h 360"/>
                  <a:gd name="T12" fmla="*/ 170 w 256"/>
                  <a:gd name="T13" fmla="*/ 334 h 360"/>
                  <a:gd name="T14" fmla="*/ 170 w 256"/>
                  <a:gd name="T15" fmla="*/ 114 h 360"/>
                  <a:gd name="T16" fmla="*/ 162 w 256"/>
                  <a:gd name="T17" fmla="*/ 110 h 360"/>
                  <a:gd name="T18" fmla="*/ 136 w 256"/>
                  <a:gd name="T19" fmla="*/ 60 h 360"/>
                  <a:gd name="T20" fmla="*/ 196 w 256"/>
                  <a:gd name="T21" fmla="*/ 0 h 360"/>
                  <a:gd name="T22" fmla="*/ 0 w 256"/>
                  <a:gd name="T23" fmla="*/ 193 h 360"/>
                  <a:gd name="T24" fmla="*/ 0 w 256"/>
                  <a:gd name="T25" fmla="*/ 219 h 360"/>
                  <a:gd name="T26" fmla="*/ 0 w 256"/>
                  <a:gd name="T27" fmla="*/ 287 h 360"/>
                  <a:gd name="T28" fmla="*/ 0 w 256"/>
                  <a:gd name="T29" fmla="*/ 334 h 360"/>
                  <a:gd name="T30" fmla="*/ 26 w 256"/>
                  <a:gd name="T31" fmla="*/ 360 h 360"/>
                  <a:gd name="T32" fmla="*/ 53 w 256"/>
                  <a:gd name="T33" fmla="*/ 334 h 360"/>
                  <a:gd name="T34" fmla="*/ 53 w 256"/>
                  <a:gd name="T35" fmla="*/ 287 h 360"/>
                  <a:gd name="T36" fmla="*/ 53 w 256"/>
                  <a:gd name="T37" fmla="*/ 219 h 360"/>
                  <a:gd name="T38" fmla="*/ 53 w 256"/>
                  <a:gd name="T39" fmla="*/ 193 h 360"/>
                  <a:gd name="T40" fmla="*/ 26 w 256"/>
                  <a:gd name="T41" fmla="*/ 193 h 360"/>
                  <a:gd name="T42" fmla="*/ 0 w 256"/>
                  <a:gd name="T43" fmla="*/ 193 h 360"/>
                  <a:gd name="T44" fmla="*/ 53 w 256"/>
                  <a:gd name="T45" fmla="*/ 0 h 360"/>
                  <a:gd name="T46" fmla="*/ 0 w 256"/>
                  <a:gd name="T47" fmla="*/ 0 h 360"/>
                  <a:gd name="T48" fmla="*/ 0 w 256"/>
                  <a:gd name="T49" fmla="*/ 42 h 360"/>
                  <a:gd name="T50" fmla="*/ 26 w 256"/>
                  <a:gd name="T51" fmla="*/ 68 h 360"/>
                  <a:gd name="T52" fmla="*/ 53 w 256"/>
                  <a:gd name="T53" fmla="*/ 42 h 360"/>
                  <a:gd name="T54" fmla="*/ 53 w 256"/>
                  <a:gd name="T55" fmla="*/ 0 h 360"/>
                  <a:gd name="T56" fmla="*/ 26 w 256"/>
                  <a:gd name="T57" fmla="*/ 68 h 360"/>
                  <a:gd name="T58" fmla="*/ 26 w 256"/>
                  <a:gd name="T59" fmla="*/ 193 h 360"/>
                  <a:gd name="T60" fmla="*/ 193 w 256"/>
                  <a:gd name="T61" fmla="*/ 0 h 360"/>
                  <a:gd name="T62" fmla="*/ 193 w 256"/>
                  <a:gd name="T63" fmla="*/ 57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56" h="360">
                    <a:moveTo>
                      <a:pt x="196" y="0"/>
                    </a:moveTo>
                    <a:cubicBezTo>
                      <a:pt x="229" y="0"/>
                      <a:pt x="256" y="27"/>
                      <a:pt x="256" y="60"/>
                    </a:cubicBezTo>
                    <a:cubicBezTo>
                      <a:pt x="256" y="81"/>
                      <a:pt x="246" y="99"/>
                      <a:pt x="230" y="110"/>
                    </a:cubicBezTo>
                    <a:cubicBezTo>
                      <a:pt x="222" y="114"/>
                      <a:pt x="222" y="114"/>
                      <a:pt x="222" y="114"/>
                    </a:cubicBezTo>
                    <a:cubicBezTo>
                      <a:pt x="222" y="334"/>
                      <a:pt x="222" y="334"/>
                      <a:pt x="222" y="334"/>
                    </a:cubicBezTo>
                    <a:cubicBezTo>
                      <a:pt x="222" y="348"/>
                      <a:pt x="210" y="360"/>
                      <a:pt x="196" y="360"/>
                    </a:cubicBezTo>
                    <a:cubicBezTo>
                      <a:pt x="182" y="360"/>
                      <a:pt x="170" y="348"/>
                      <a:pt x="170" y="334"/>
                    </a:cubicBezTo>
                    <a:cubicBezTo>
                      <a:pt x="170" y="114"/>
                      <a:pt x="170" y="114"/>
                      <a:pt x="170" y="114"/>
                    </a:cubicBezTo>
                    <a:cubicBezTo>
                      <a:pt x="162" y="110"/>
                      <a:pt x="162" y="110"/>
                      <a:pt x="162" y="110"/>
                    </a:cubicBezTo>
                    <a:cubicBezTo>
                      <a:pt x="147" y="99"/>
                      <a:pt x="136" y="81"/>
                      <a:pt x="136" y="60"/>
                    </a:cubicBezTo>
                    <a:cubicBezTo>
                      <a:pt x="136" y="27"/>
                      <a:pt x="163" y="0"/>
                      <a:pt x="196" y="0"/>
                    </a:cubicBezTo>
                    <a:close/>
                    <a:moveTo>
                      <a:pt x="0" y="193"/>
                    </a:moveTo>
                    <a:cubicBezTo>
                      <a:pt x="0" y="219"/>
                      <a:pt x="0" y="219"/>
                      <a:pt x="0" y="219"/>
                    </a:cubicBezTo>
                    <a:cubicBezTo>
                      <a:pt x="0" y="287"/>
                      <a:pt x="0" y="287"/>
                      <a:pt x="0" y="287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0" y="348"/>
                      <a:pt x="12" y="360"/>
                      <a:pt x="26" y="360"/>
                    </a:cubicBezTo>
                    <a:cubicBezTo>
                      <a:pt x="41" y="360"/>
                      <a:pt x="53" y="348"/>
                      <a:pt x="53" y="334"/>
                    </a:cubicBezTo>
                    <a:cubicBezTo>
                      <a:pt x="53" y="287"/>
                      <a:pt x="53" y="287"/>
                      <a:pt x="53" y="287"/>
                    </a:cubicBezTo>
                    <a:cubicBezTo>
                      <a:pt x="53" y="219"/>
                      <a:pt x="53" y="219"/>
                      <a:pt x="53" y="219"/>
                    </a:cubicBezTo>
                    <a:cubicBezTo>
                      <a:pt x="53" y="193"/>
                      <a:pt x="53" y="193"/>
                      <a:pt x="53" y="193"/>
                    </a:cubicBezTo>
                    <a:cubicBezTo>
                      <a:pt x="26" y="193"/>
                      <a:pt x="26" y="193"/>
                      <a:pt x="26" y="193"/>
                    </a:cubicBezTo>
                    <a:cubicBezTo>
                      <a:pt x="0" y="193"/>
                      <a:pt x="0" y="193"/>
                      <a:pt x="0" y="193"/>
                    </a:cubicBezTo>
                    <a:close/>
                    <a:moveTo>
                      <a:pt x="5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3" y="0"/>
                      <a:pt x="53" y="0"/>
                      <a:pt x="53" y="0"/>
                    </a:cubicBezTo>
                    <a:close/>
                    <a:moveTo>
                      <a:pt x="26" y="68"/>
                    </a:moveTo>
                    <a:cubicBezTo>
                      <a:pt x="26" y="193"/>
                      <a:pt x="26" y="193"/>
                      <a:pt x="26" y="193"/>
                    </a:cubicBezTo>
                    <a:moveTo>
                      <a:pt x="193" y="0"/>
                    </a:moveTo>
                    <a:cubicBezTo>
                      <a:pt x="193" y="57"/>
                      <a:pt x="193" y="57"/>
                      <a:pt x="193" y="57"/>
                    </a:cubicBezTo>
                  </a:path>
                </a:pathLst>
              </a:custGeom>
              <a:noFill/>
              <a:ln w="15875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</a:gra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tool" title="Icon of a skrewdriver and wrench">
                <a:extLst>
                  <a:ext uri="{FF2B5EF4-FFF2-40B4-BE49-F238E27FC236}">
                    <a16:creationId xmlns:a16="http://schemas.microsoft.com/office/drawing/2014/main" id="{DDF787D2-8C79-431A-9E7A-B8833AD1319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473816" y="5960757"/>
                <a:ext cx="191827" cy="295693"/>
              </a:xfrm>
              <a:custGeom>
                <a:avLst/>
                <a:gdLst>
                  <a:gd name="T0" fmla="*/ 196 w 256"/>
                  <a:gd name="T1" fmla="*/ 0 h 360"/>
                  <a:gd name="T2" fmla="*/ 256 w 256"/>
                  <a:gd name="T3" fmla="*/ 60 h 360"/>
                  <a:gd name="T4" fmla="*/ 230 w 256"/>
                  <a:gd name="T5" fmla="*/ 110 h 360"/>
                  <a:gd name="T6" fmla="*/ 222 w 256"/>
                  <a:gd name="T7" fmla="*/ 114 h 360"/>
                  <a:gd name="T8" fmla="*/ 222 w 256"/>
                  <a:gd name="T9" fmla="*/ 334 h 360"/>
                  <a:gd name="T10" fmla="*/ 196 w 256"/>
                  <a:gd name="T11" fmla="*/ 360 h 360"/>
                  <a:gd name="T12" fmla="*/ 170 w 256"/>
                  <a:gd name="T13" fmla="*/ 334 h 360"/>
                  <a:gd name="T14" fmla="*/ 170 w 256"/>
                  <a:gd name="T15" fmla="*/ 114 h 360"/>
                  <a:gd name="T16" fmla="*/ 162 w 256"/>
                  <a:gd name="T17" fmla="*/ 110 h 360"/>
                  <a:gd name="T18" fmla="*/ 136 w 256"/>
                  <a:gd name="T19" fmla="*/ 60 h 360"/>
                  <a:gd name="T20" fmla="*/ 196 w 256"/>
                  <a:gd name="T21" fmla="*/ 0 h 360"/>
                  <a:gd name="T22" fmla="*/ 0 w 256"/>
                  <a:gd name="T23" fmla="*/ 193 h 360"/>
                  <a:gd name="T24" fmla="*/ 0 w 256"/>
                  <a:gd name="T25" fmla="*/ 219 h 360"/>
                  <a:gd name="T26" fmla="*/ 0 w 256"/>
                  <a:gd name="T27" fmla="*/ 287 h 360"/>
                  <a:gd name="T28" fmla="*/ 0 w 256"/>
                  <a:gd name="T29" fmla="*/ 334 h 360"/>
                  <a:gd name="T30" fmla="*/ 26 w 256"/>
                  <a:gd name="T31" fmla="*/ 360 h 360"/>
                  <a:gd name="T32" fmla="*/ 53 w 256"/>
                  <a:gd name="T33" fmla="*/ 334 h 360"/>
                  <a:gd name="T34" fmla="*/ 53 w 256"/>
                  <a:gd name="T35" fmla="*/ 287 h 360"/>
                  <a:gd name="T36" fmla="*/ 53 w 256"/>
                  <a:gd name="T37" fmla="*/ 219 h 360"/>
                  <a:gd name="T38" fmla="*/ 53 w 256"/>
                  <a:gd name="T39" fmla="*/ 193 h 360"/>
                  <a:gd name="T40" fmla="*/ 26 w 256"/>
                  <a:gd name="T41" fmla="*/ 193 h 360"/>
                  <a:gd name="T42" fmla="*/ 0 w 256"/>
                  <a:gd name="T43" fmla="*/ 193 h 360"/>
                  <a:gd name="T44" fmla="*/ 53 w 256"/>
                  <a:gd name="T45" fmla="*/ 0 h 360"/>
                  <a:gd name="T46" fmla="*/ 0 w 256"/>
                  <a:gd name="T47" fmla="*/ 0 h 360"/>
                  <a:gd name="T48" fmla="*/ 0 w 256"/>
                  <a:gd name="T49" fmla="*/ 42 h 360"/>
                  <a:gd name="T50" fmla="*/ 26 w 256"/>
                  <a:gd name="T51" fmla="*/ 68 h 360"/>
                  <a:gd name="T52" fmla="*/ 53 w 256"/>
                  <a:gd name="T53" fmla="*/ 42 h 360"/>
                  <a:gd name="T54" fmla="*/ 53 w 256"/>
                  <a:gd name="T55" fmla="*/ 0 h 360"/>
                  <a:gd name="T56" fmla="*/ 26 w 256"/>
                  <a:gd name="T57" fmla="*/ 68 h 360"/>
                  <a:gd name="T58" fmla="*/ 26 w 256"/>
                  <a:gd name="T59" fmla="*/ 193 h 360"/>
                  <a:gd name="T60" fmla="*/ 193 w 256"/>
                  <a:gd name="T61" fmla="*/ 0 h 360"/>
                  <a:gd name="T62" fmla="*/ 193 w 256"/>
                  <a:gd name="T63" fmla="*/ 57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56" h="360">
                    <a:moveTo>
                      <a:pt x="196" y="0"/>
                    </a:moveTo>
                    <a:cubicBezTo>
                      <a:pt x="229" y="0"/>
                      <a:pt x="256" y="27"/>
                      <a:pt x="256" y="60"/>
                    </a:cubicBezTo>
                    <a:cubicBezTo>
                      <a:pt x="256" y="81"/>
                      <a:pt x="246" y="99"/>
                      <a:pt x="230" y="110"/>
                    </a:cubicBezTo>
                    <a:cubicBezTo>
                      <a:pt x="222" y="114"/>
                      <a:pt x="222" y="114"/>
                      <a:pt x="222" y="114"/>
                    </a:cubicBezTo>
                    <a:cubicBezTo>
                      <a:pt x="222" y="334"/>
                      <a:pt x="222" y="334"/>
                      <a:pt x="222" y="334"/>
                    </a:cubicBezTo>
                    <a:cubicBezTo>
                      <a:pt x="222" y="348"/>
                      <a:pt x="210" y="360"/>
                      <a:pt x="196" y="360"/>
                    </a:cubicBezTo>
                    <a:cubicBezTo>
                      <a:pt x="182" y="360"/>
                      <a:pt x="170" y="348"/>
                      <a:pt x="170" y="334"/>
                    </a:cubicBezTo>
                    <a:cubicBezTo>
                      <a:pt x="170" y="114"/>
                      <a:pt x="170" y="114"/>
                      <a:pt x="170" y="114"/>
                    </a:cubicBezTo>
                    <a:cubicBezTo>
                      <a:pt x="162" y="110"/>
                      <a:pt x="162" y="110"/>
                      <a:pt x="162" y="110"/>
                    </a:cubicBezTo>
                    <a:cubicBezTo>
                      <a:pt x="147" y="99"/>
                      <a:pt x="136" y="81"/>
                      <a:pt x="136" y="60"/>
                    </a:cubicBezTo>
                    <a:cubicBezTo>
                      <a:pt x="136" y="27"/>
                      <a:pt x="163" y="0"/>
                      <a:pt x="196" y="0"/>
                    </a:cubicBezTo>
                    <a:close/>
                    <a:moveTo>
                      <a:pt x="0" y="193"/>
                    </a:moveTo>
                    <a:cubicBezTo>
                      <a:pt x="0" y="219"/>
                      <a:pt x="0" y="219"/>
                      <a:pt x="0" y="219"/>
                    </a:cubicBezTo>
                    <a:cubicBezTo>
                      <a:pt x="0" y="287"/>
                      <a:pt x="0" y="287"/>
                      <a:pt x="0" y="287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0" y="348"/>
                      <a:pt x="12" y="360"/>
                      <a:pt x="26" y="360"/>
                    </a:cubicBezTo>
                    <a:cubicBezTo>
                      <a:pt x="41" y="360"/>
                      <a:pt x="53" y="348"/>
                      <a:pt x="53" y="334"/>
                    </a:cubicBezTo>
                    <a:cubicBezTo>
                      <a:pt x="53" y="287"/>
                      <a:pt x="53" y="287"/>
                      <a:pt x="53" y="287"/>
                    </a:cubicBezTo>
                    <a:cubicBezTo>
                      <a:pt x="53" y="219"/>
                      <a:pt x="53" y="219"/>
                      <a:pt x="53" y="219"/>
                    </a:cubicBezTo>
                    <a:cubicBezTo>
                      <a:pt x="53" y="193"/>
                      <a:pt x="53" y="193"/>
                      <a:pt x="53" y="193"/>
                    </a:cubicBezTo>
                    <a:cubicBezTo>
                      <a:pt x="26" y="193"/>
                      <a:pt x="26" y="193"/>
                      <a:pt x="26" y="193"/>
                    </a:cubicBezTo>
                    <a:cubicBezTo>
                      <a:pt x="0" y="193"/>
                      <a:pt x="0" y="193"/>
                      <a:pt x="0" y="193"/>
                    </a:cubicBezTo>
                    <a:close/>
                    <a:moveTo>
                      <a:pt x="5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3" y="0"/>
                      <a:pt x="53" y="0"/>
                      <a:pt x="53" y="0"/>
                    </a:cubicBezTo>
                    <a:close/>
                    <a:moveTo>
                      <a:pt x="26" y="68"/>
                    </a:moveTo>
                    <a:cubicBezTo>
                      <a:pt x="26" y="193"/>
                      <a:pt x="26" y="193"/>
                      <a:pt x="26" y="193"/>
                    </a:cubicBezTo>
                    <a:moveTo>
                      <a:pt x="193" y="0"/>
                    </a:moveTo>
                    <a:cubicBezTo>
                      <a:pt x="193" y="57"/>
                      <a:pt x="193" y="57"/>
                      <a:pt x="193" y="57"/>
                    </a:cubicBezTo>
                  </a:path>
                </a:pathLst>
              </a:custGeom>
              <a:noFill/>
              <a:ln w="15875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</a:gra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tool" title="Icon of a skrewdriver and wrench">
                <a:extLst>
                  <a:ext uri="{FF2B5EF4-FFF2-40B4-BE49-F238E27FC236}">
                    <a16:creationId xmlns:a16="http://schemas.microsoft.com/office/drawing/2014/main" id="{AFAB16A9-698A-47C9-A760-76B1DE461A2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087934" y="5971601"/>
                <a:ext cx="191827" cy="295693"/>
              </a:xfrm>
              <a:custGeom>
                <a:avLst/>
                <a:gdLst>
                  <a:gd name="T0" fmla="*/ 196 w 256"/>
                  <a:gd name="T1" fmla="*/ 0 h 360"/>
                  <a:gd name="T2" fmla="*/ 256 w 256"/>
                  <a:gd name="T3" fmla="*/ 60 h 360"/>
                  <a:gd name="T4" fmla="*/ 230 w 256"/>
                  <a:gd name="T5" fmla="*/ 110 h 360"/>
                  <a:gd name="T6" fmla="*/ 222 w 256"/>
                  <a:gd name="T7" fmla="*/ 114 h 360"/>
                  <a:gd name="T8" fmla="*/ 222 w 256"/>
                  <a:gd name="T9" fmla="*/ 334 h 360"/>
                  <a:gd name="T10" fmla="*/ 196 w 256"/>
                  <a:gd name="T11" fmla="*/ 360 h 360"/>
                  <a:gd name="T12" fmla="*/ 170 w 256"/>
                  <a:gd name="T13" fmla="*/ 334 h 360"/>
                  <a:gd name="T14" fmla="*/ 170 w 256"/>
                  <a:gd name="T15" fmla="*/ 114 h 360"/>
                  <a:gd name="T16" fmla="*/ 162 w 256"/>
                  <a:gd name="T17" fmla="*/ 110 h 360"/>
                  <a:gd name="T18" fmla="*/ 136 w 256"/>
                  <a:gd name="T19" fmla="*/ 60 h 360"/>
                  <a:gd name="T20" fmla="*/ 196 w 256"/>
                  <a:gd name="T21" fmla="*/ 0 h 360"/>
                  <a:gd name="T22" fmla="*/ 0 w 256"/>
                  <a:gd name="T23" fmla="*/ 193 h 360"/>
                  <a:gd name="T24" fmla="*/ 0 w 256"/>
                  <a:gd name="T25" fmla="*/ 219 h 360"/>
                  <a:gd name="T26" fmla="*/ 0 w 256"/>
                  <a:gd name="T27" fmla="*/ 287 h 360"/>
                  <a:gd name="T28" fmla="*/ 0 w 256"/>
                  <a:gd name="T29" fmla="*/ 334 h 360"/>
                  <a:gd name="T30" fmla="*/ 26 w 256"/>
                  <a:gd name="T31" fmla="*/ 360 h 360"/>
                  <a:gd name="T32" fmla="*/ 53 w 256"/>
                  <a:gd name="T33" fmla="*/ 334 h 360"/>
                  <a:gd name="T34" fmla="*/ 53 w 256"/>
                  <a:gd name="T35" fmla="*/ 287 h 360"/>
                  <a:gd name="T36" fmla="*/ 53 w 256"/>
                  <a:gd name="T37" fmla="*/ 219 h 360"/>
                  <a:gd name="T38" fmla="*/ 53 w 256"/>
                  <a:gd name="T39" fmla="*/ 193 h 360"/>
                  <a:gd name="T40" fmla="*/ 26 w 256"/>
                  <a:gd name="T41" fmla="*/ 193 h 360"/>
                  <a:gd name="T42" fmla="*/ 0 w 256"/>
                  <a:gd name="T43" fmla="*/ 193 h 360"/>
                  <a:gd name="T44" fmla="*/ 53 w 256"/>
                  <a:gd name="T45" fmla="*/ 0 h 360"/>
                  <a:gd name="T46" fmla="*/ 0 w 256"/>
                  <a:gd name="T47" fmla="*/ 0 h 360"/>
                  <a:gd name="T48" fmla="*/ 0 w 256"/>
                  <a:gd name="T49" fmla="*/ 42 h 360"/>
                  <a:gd name="T50" fmla="*/ 26 w 256"/>
                  <a:gd name="T51" fmla="*/ 68 h 360"/>
                  <a:gd name="T52" fmla="*/ 53 w 256"/>
                  <a:gd name="T53" fmla="*/ 42 h 360"/>
                  <a:gd name="T54" fmla="*/ 53 w 256"/>
                  <a:gd name="T55" fmla="*/ 0 h 360"/>
                  <a:gd name="T56" fmla="*/ 26 w 256"/>
                  <a:gd name="T57" fmla="*/ 68 h 360"/>
                  <a:gd name="T58" fmla="*/ 26 w 256"/>
                  <a:gd name="T59" fmla="*/ 193 h 360"/>
                  <a:gd name="T60" fmla="*/ 193 w 256"/>
                  <a:gd name="T61" fmla="*/ 0 h 360"/>
                  <a:gd name="T62" fmla="*/ 193 w 256"/>
                  <a:gd name="T63" fmla="*/ 57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56" h="360">
                    <a:moveTo>
                      <a:pt x="196" y="0"/>
                    </a:moveTo>
                    <a:cubicBezTo>
                      <a:pt x="229" y="0"/>
                      <a:pt x="256" y="27"/>
                      <a:pt x="256" y="60"/>
                    </a:cubicBezTo>
                    <a:cubicBezTo>
                      <a:pt x="256" y="81"/>
                      <a:pt x="246" y="99"/>
                      <a:pt x="230" y="110"/>
                    </a:cubicBezTo>
                    <a:cubicBezTo>
                      <a:pt x="222" y="114"/>
                      <a:pt x="222" y="114"/>
                      <a:pt x="222" y="114"/>
                    </a:cubicBezTo>
                    <a:cubicBezTo>
                      <a:pt x="222" y="334"/>
                      <a:pt x="222" y="334"/>
                      <a:pt x="222" y="334"/>
                    </a:cubicBezTo>
                    <a:cubicBezTo>
                      <a:pt x="222" y="348"/>
                      <a:pt x="210" y="360"/>
                      <a:pt x="196" y="360"/>
                    </a:cubicBezTo>
                    <a:cubicBezTo>
                      <a:pt x="182" y="360"/>
                      <a:pt x="170" y="348"/>
                      <a:pt x="170" y="334"/>
                    </a:cubicBezTo>
                    <a:cubicBezTo>
                      <a:pt x="170" y="114"/>
                      <a:pt x="170" y="114"/>
                      <a:pt x="170" y="114"/>
                    </a:cubicBezTo>
                    <a:cubicBezTo>
                      <a:pt x="162" y="110"/>
                      <a:pt x="162" y="110"/>
                      <a:pt x="162" y="110"/>
                    </a:cubicBezTo>
                    <a:cubicBezTo>
                      <a:pt x="147" y="99"/>
                      <a:pt x="136" y="81"/>
                      <a:pt x="136" y="60"/>
                    </a:cubicBezTo>
                    <a:cubicBezTo>
                      <a:pt x="136" y="27"/>
                      <a:pt x="163" y="0"/>
                      <a:pt x="196" y="0"/>
                    </a:cubicBezTo>
                    <a:close/>
                    <a:moveTo>
                      <a:pt x="0" y="193"/>
                    </a:moveTo>
                    <a:cubicBezTo>
                      <a:pt x="0" y="219"/>
                      <a:pt x="0" y="219"/>
                      <a:pt x="0" y="219"/>
                    </a:cubicBezTo>
                    <a:cubicBezTo>
                      <a:pt x="0" y="287"/>
                      <a:pt x="0" y="287"/>
                      <a:pt x="0" y="287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0" y="348"/>
                      <a:pt x="12" y="360"/>
                      <a:pt x="26" y="360"/>
                    </a:cubicBezTo>
                    <a:cubicBezTo>
                      <a:pt x="41" y="360"/>
                      <a:pt x="53" y="348"/>
                      <a:pt x="53" y="334"/>
                    </a:cubicBezTo>
                    <a:cubicBezTo>
                      <a:pt x="53" y="287"/>
                      <a:pt x="53" y="287"/>
                      <a:pt x="53" y="287"/>
                    </a:cubicBezTo>
                    <a:cubicBezTo>
                      <a:pt x="53" y="219"/>
                      <a:pt x="53" y="219"/>
                      <a:pt x="53" y="219"/>
                    </a:cubicBezTo>
                    <a:cubicBezTo>
                      <a:pt x="53" y="193"/>
                      <a:pt x="53" y="193"/>
                      <a:pt x="53" y="193"/>
                    </a:cubicBezTo>
                    <a:cubicBezTo>
                      <a:pt x="26" y="193"/>
                      <a:pt x="26" y="193"/>
                      <a:pt x="26" y="193"/>
                    </a:cubicBezTo>
                    <a:cubicBezTo>
                      <a:pt x="0" y="193"/>
                      <a:pt x="0" y="193"/>
                      <a:pt x="0" y="193"/>
                    </a:cubicBezTo>
                    <a:close/>
                    <a:moveTo>
                      <a:pt x="5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3" y="0"/>
                      <a:pt x="53" y="0"/>
                      <a:pt x="53" y="0"/>
                    </a:cubicBezTo>
                    <a:close/>
                    <a:moveTo>
                      <a:pt x="26" y="68"/>
                    </a:moveTo>
                    <a:cubicBezTo>
                      <a:pt x="26" y="193"/>
                      <a:pt x="26" y="193"/>
                      <a:pt x="26" y="193"/>
                    </a:cubicBezTo>
                    <a:moveTo>
                      <a:pt x="193" y="0"/>
                    </a:moveTo>
                    <a:cubicBezTo>
                      <a:pt x="193" y="57"/>
                      <a:pt x="193" y="57"/>
                      <a:pt x="193" y="57"/>
                    </a:cubicBezTo>
                  </a:path>
                </a:pathLst>
              </a:custGeom>
              <a:noFill/>
              <a:ln w="15875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</a:gra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5AF0167-727A-4CEE-8AA4-75D7D1EAFDC9}"/>
                  </a:ext>
                </a:extLst>
              </p:cNvPr>
              <p:cNvSpPr/>
              <p:nvPr/>
            </p:nvSpPr>
            <p:spPr>
              <a:xfrm>
                <a:off x="8902307" y="2690605"/>
                <a:ext cx="2509965" cy="3625254"/>
              </a:xfrm>
              <a:prstGeom prst="rect">
                <a:avLst/>
              </a:prstGeom>
              <a:solidFill>
                <a:schemeClr val="bg1"/>
              </a:solidFill>
              <a:ln w="10795" cap="flat" cmpd="sng" algn="ctr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6A414C5-9668-445F-8517-920A07933D62}"/>
                  </a:ext>
                </a:extLst>
              </p:cNvPr>
              <p:cNvSpPr/>
              <p:nvPr/>
            </p:nvSpPr>
            <p:spPr bwMode="auto">
              <a:xfrm>
                <a:off x="8932047" y="2692482"/>
                <a:ext cx="2507235" cy="540154"/>
              </a:xfrm>
              <a:prstGeom prst="rect">
                <a:avLst/>
              </a:prstGeom>
              <a:solidFill>
                <a:srgbClr val="C0000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Extensions</a:t>
                </a:r>
              </a:p>
            </p:txBody>
          </p:sp>
          <p:sp>
            <p:nvSpPr>
              <p:cNvPr id="36" name="tool" title="Icon of a skrewdriver and wrench">
                <a:extLst>
                  <a:ext uri="{FF2B5EF4-FFF2-40B4-BE49-F238E27FC236}">
                    <a16:creationId xmlns:a16="http://schemas.microsoft.com/office/drawing/2014/main" id="{8A1767E0-0515-4774-A8B4-7DDF79E8874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1137358" y="5965642"/>
                <a:ext cx="191827" cy="295693"/>
              </a:xfrm>
              <a:custGeom>
                <a:avLst/>
                <a:gdLst>
                  <a:gd name="T0" fmla="*/ 196 w 256"/>
                  <a:gd name="T1" fmla="*/ 0 h 360"/>
                  <a:gd name="T2" fmla="*/ 256 w 256"/>
                  <a:gd name="T3" fmla="*/ 60 h 360"/>
                  <a:gd name="T4" fmla="*/ 230 w 256"/>
                  <a:gd name="T5" fmla="*/ 110 h 360"/>
                  <a:gd name="T6" fmla="*/ 222 w 256"/>
                  <a:gd name="T7" fmla="*/ 114 h 360"/>
                  <a:gd name="T8" fmla="*/ 222 w 256"/>
                  <a:gd name="T9" fmla="*/ 334 h 360"/>
                  <a:gd name="T10" fmla="*/ 196 w 256"/>
                  <a:gd name="T11" fmla="*/ 360 h 360"/>
                  <a:gd name="T12" fmla="*/ 170 w 256"/>
                  <a:gd name="T13" fmla="*/ 334 h 360"/>
                  <a:gd name="T14" fmla="*/ 170 w 256"/>
                  <a:gd name="T15" fmla="*/ 114 h 360"/>
                  <a:gd name="T16" fmla="*/ 162 w 256"/>
                  <a:gd name="T17" fmla="*/ 110 h 360"/>
                  <a:gd name="T18" fmla="*/ 136 w 256"/>
                  <a:gd name="T19" fmla="*/ 60 h 360"/>
                  <a:gd name="T20" fmla="*/ 196 w 256"/>
                  <a:gd name="T21" fmla="*/ 0 h 360"/>
                  <a:gd name="T22" fmla="*/ 0 w 256"/>
                  <a:gd name="T23" fmla="*/ 193 h 360"/>
                  <a:gd name="T24" fmla="*/ 0 w 256"/>
                  <a:gd name="T25" fmla="*/ 219 h 360"/>
                  <a:gd name="T26" fmla="*/ 0 w 256"/>
                  <a:gd name="T27" fmla="*/ 287 h 360"/>
                  <a:gd name="T28" fmla="*/ 0 w 256"/>
                  <a:gd name="T29" fmla="*/ 334 h 360"/>
                  <a:gd name="T30" fmla="*/ 26 w 256"/>
                  <a:gd name="T31" fmla="*/ 360 h 360"/>
                  <a:gd name="T32" fmla="*/ 53 w 256"/>
                  <a:gd name="T33" fmla="*/ 334 h 360"/>
                  <a:gd name="T34" fmla="*/ 53 w 256"/>
                  <a:gd name="T35" fmla="*/ 287 h 360"/>
                  <a:gd name="T36" fmla="*/ 53 w 256"/>
                  <a:gd name="T37" fmla="*/ 219 h 360"/>
                  <a:gd name="T38" fmla="*/ 53 w 256"/>
                  <a:gd name="T39" fmla="*/ 193 h 360"/>
                  <a:gd name="T40" fmla="*/ 26 w 256"/>
                  <a:gd name="T41" fmla="*/ 193 h 360"/>
                  <a:gd name="T42" fmla="*/ 0 w 256"/>
                  <a:gd name="T43" fmla="*/ 193 h 360"/>
                  <a:gd name="T44" fmla="*/ 53 w 256"/>
                  <a:gd name="T45" fmla="*/ 0 h 360"/>
                  <a:gd name="T46" fmla="*/ 0 w 256"/>
                  <a:gd name="T47" fmla="*/ 0 h 360"/>
                  <a:gd name="T48" fmla="*/ 0 w 256"/>
                  <a:gd name="T49" fmla="*/ 42 h 360"/>
                  <a:gd name="T50" fmla="*/ 26 w 256"/>
                  <a:gd name="T51" fmla="*/ 68 h 360"/>
                  <a:gd name="T52" fmla="*/ 53 w 256"/>
                  <a:gd name="T53" fmla="*/ 42 h 360"/>
                  <a:gd name="T54" fmla="*/ 53 w 256"/>
                  <a:gd name="T55" fmla="*/ 0 h 360"/>
                  <a:gd name="T56" fmla="*/ 26 w 256"/>
                  <a:gd name="T57" fmla="*/ 68 h 360"/>
                  <a:gd name="T58" fmla="*/ 26 w 256"/>
                  <a:gd name="T59" fmla="*/ 193 h 360"/>
                  <a:gd name="T60" fmla="*/ 193 w 256"/>
                  <a:gd name="T61" fmla="*/ 0 h 360"/>
                  <a:gd name="T62" fmla="*/ 193 w 256"/>
                  <a:gd name="T63" fmla="*/ 57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56" h="360">
                    <a:moveTo>
                      <a:pt x="196" y="0"/>
                    </a:moveTo>
                    <a:cubicBezTo>
                      <a:pt x="229" y="0"/>
                      <a:pt x="256" y="27"/>
                      <a:pt x="256" y="60"/>
                    </a:cubicBezTo>
                    <a:cubicBezTo>
                      <a:pt x="256" y="81"/>
                      <a:pt x="246" y="99"/>
                      <a:pt x="230" y="110"/>
                    </a:cubicBezTo>
                    <a:cubicBezTo>
                      <a:pt x="222" y="114"/>
                      <a:pt x="222" y="114"/>
                      <a:pt x="222" y="114"/>
                    </a:cubicBezTo>
                    <a:cubicBezTo>
                      <a:pt x="222" y="334"/>
                      <a:pt x="222" y="334"/>
                      <a:pt x="222" y="334"/>
                    </a:cubicBezTo>
                    <a:cubicBezTo>
                      <a:pt x="222" y="348"/>
                      <a:pt x="210" y="360"/>
                      <a:pt x="196" y="360"/>
                    </a:cubicBezTo>
                    <a:cubicBezTo>
                      <a:pt x="182" y="360"/>
                      <a:pt x="170" y="348"/>
                      <a:pt x="170" y="334"/>
                    </a:cubicBezTo>
                    <a:cubicBezTo>
                      <a:pt x="170" y="114"/>
                      <a:pt x="170" y="114"/>
                      <a:pt x="170" y="114"/>
                    </a:cubicBezTo>
                    <a:cubicBezTo>
                      <a:pt x="162" y="110"/>
                      <a:pt x="162" y="110"/>
                      <a:pt x="162" y="110"/>
                    </a:cubicBezTo>
                    <a:cubicBezTo>
                      <a:pt x="147" y="99"/>
                      <a:pt x="136" y="81"/>
                      <a:pt x="136" y="60"/>
                    </a:cubicBezTo>
                    <a:cubicBezTo>
                      <a:pt x="136" y="27"/>
                      <a:pt x="163" y="0"/>
                      <a:pt x="196" y="0"/>
                    </a:cubicBezTo>
                    <a:close/>
                    <a:moveTo>
                      <a:pt x="0" y="193"/>
                    </a:moveTo>
                    <a:cubicBezTo>
                      <a:pt x="0" y="219"/>
                      <a:pt x="0" y="219"/>
                      <a:pt x="0" y="219"/>
                    </a:cubicBezTo>
                    <a:cubicBezTo>
                      <a:pt x="0" y="287"/>
                      <a:pt x="0" y="287"/>
                      <a:pt x="0" y="287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0" y="348"/>
                      <a:pt x="12" y="360"/>
                      <a:pt x="26" y="360"/>
                    </a:cubicBezTo>
                    <a:cubicBezTo>
                      <a:pt x="41" y="360"/>
                      <a:pt x="53" y="348"/>
                      <a:pt x="53" y="334"/>
                    </a:cubicBezTo>
                    <a:cubicBezTo>
                      <a:pt x="53" y="287"/>
                      <a:pt x="53" y="287"/>
                      <a:pt x="53" y="287"/>
                    </a:cubicBezTo>
                    <a:cubicBezTo>
                      <a:pt x="53" y="219"/>
                      <a:pt x="53" y="219"/>
                      <a:pt x="53" y="219"/>
                    </a:cubicBezTo>
                    <a:cubicBezTo>
                      <a:pt x="53" y="193"/>
                      <a:pt x="53" y="193"/>
                      <a:pt x="53" y="193"/>
                    </a:cubicBezTo>
                    <a:cubicBezTo>
                      <a:pt x="26" y="193"/>
                      <a:pt x="26" y="193"/>
                      <a:pt x="26" y="193"/>
                    </a:cubicBezTo>
                    <a:cubicBezTo>
                      <a:pt x="0" y="193"/>
                      <a:pt x="0" y="193"/>
                      <a:pt x="0" y="193"/>
                    </a:cubicBezTo>
                    <a:close/>
                    <a:moveTo>
                      <a:pt x="5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3" y="0"/>
                      <a:pt x="53" y="0"/>
                      <a:pt x="53" y="0"/>
                    </a:cubicBezTo>
                    <a:close/>
                    <a:moveTo>
                      <a:pt x="26" y="68"/>
                    </a:moveTo>
                    <a:cubicBezTo>
                      <a:pt x="26" y="193"/>
                      <a:pt x="26" y="193"/>
                      <a:pt x="26" y="193"/>
                    </a:cubicBezTo>
                    <a:moveTo>
                      <a:pt x="193" y="0"/>
                    </a:moveTo>
                    <a:cubicBezTo>
                      <a:pt x="193" y="57"/>
                      <a:pt x="193" y="57"/>
                      <a:pt x="193" y="57"/>
                    </a:cubicBezTo>
                  </a:path>
                </a:pathLst>
              </a:custGeom>
              <a:noFill/>
              <a:ln w="15875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</a:gra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37" name="Picture 2">
                <a:extLst>
                  <a:ext uri="{FF2B5EF4-FFF2-40B4-BE49-F238E27FC236}">
                    <a16:creationId xmlns:a16="http://schemas.microsoft.com/office/drawing/2014/main" id="{14595C7D-ACD6-4BAD-A506-1F56613839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9299976" y="4589006"/>
                <a:ext cx="1714623" cy="11875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C05816B-9FAF-413D-9CA5-CA3C8F6BB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3070" y="3643490"/>
              <a:ext cx="1208436" cy="10760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602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D5D0D7C-ED5B-4C62-96E7-42B517469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210" y="3666791"/>
            <a:ext cx="804168" cy="804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83E705-8225-4382-B9A6-33B44E8DC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19" y="514637"/>
            <a:ext cx="1529279" cy="943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68A53F-2C0B-4FF8-B527-E7B377C6AF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208" y="469115"/>
            <a:ext cx="1018144" cy="943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DC48B1-7A15-4ED6-A962-DA4D037F43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0689" y="358136"/>
            <a:ext cx="1100146" cy="11001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2F8C0F-4D83-49AD-8DE8-F93C4ECA87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208" y="2007801"/>
            <a:ext cx="857370" cy="857370"/>
          </a:xfrm>
          <a:prstGeom prst="rect">
            <a:avLst/>
          </a:prstGeom>
        </p:spPr>
      </p:pic>
      <p:pic>
        <p:nvPicPr>
          <p:cNvPr id="10" name="Picture 2" descr="Image result for icon magnifying glass">
            <a:extLst>
              <a:ext uri="{FF2B5EF4-FFF2-40B4-BE49-F238E27FC236}">
                <a16:creationId xmlns:a16="http://schemas.microsoft.com/office/drawing/2014/main" id="{0D5D2FAA-75F2-4D7D-A934-7C6195F17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203" y="2007939"/>
            <a:ext cx="254945" cy="25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712A5E-786B-434B-8C09-9FD68CCCAB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19" y="2135411"/>
            <a:ext cx="476316" cy="4763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2BF975-F557-4B84-92E6-B33117484A20}"/>
              </a:ext>
            </a:extLst>
          </p:cNvPr>
          <p:cNvSpPr/>
          <p:nvPr/>
        </p:nvSpPr>
        <p:spPr>
          <a:xfrm>
            <a:off x="372390" y="1907773"/>
            <a:ext cx="881973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Recommendations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E97B16-7B5E-4D7A-BE0D-295DE7344D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0861" y="2007800"/>
            <a:ext cx="655608" cy="8261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586601-5DFA-4F22-87E4-98025451847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6586" y="2007800"/>
            <a:ext cx="655609" cy="826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908DF1-10B3-4D6B-9412-B6D047FAF36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0190" y="1941049"/>
            <a:ext cx="857370" cy="8573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0B0BD8-7BF9-40FF-BF8C-EC70C8A3A8B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7619" y="295371"/>
            <a:ext cx="5785822" cy="442615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957FBFE-FF55-4951-A077-C43A3E9656DE}"/>
              </a:ext>
            </a:extLst>
          </p:cNvPr>
          <p:cNvSpPr/>
          <p:nvPr/>
        </p:nvSpPr>
        <p:spPr>
          <a:xfrm rot="20119058">
            <a:off x="4464864" y="1084740"/>
            <a:ext cx="912825" cy="30777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Stateful</a:t>
            </a:r>
          </a:p>
        </p:txBody>
      </p:sp>
    </p:spTree>
    <p:extLst>
      <p:ext uri="{BB962C8B-B14F-4D97-AF65-F5344CB8AC3E}">
        <p14:creationId xmlns:p14="http://schemas.microsoft.com/office/powerpoint/2010/main" val="3482243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498AD00-F33F-45F1-945B-84CDEDF7824B}"/>
              </a:ext>
            </a:extLst>
          </p:cNvPr>
          <p:cNvSpPr/>
          <p:nvPr/>
        </p:nvSpPr>
        <p:spPr>
          <a:xfrm>
            <a:off x="6665343" y="632604"/>
            <a:ext cx="2628181" cy="38817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9AC4E5F-8308-49D4-8B13-65311877D4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568"/>
          <a:stretch/>
        </p:blipFill>
        <p:spPr>
          <a:xfrm>
            <a:off x="5851642" y="3186023"/>
            <a:ext cx="4219575" cy="270447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C8A6C06-88AE-416E-8294-CEB79CB9ABF3}"/>
              </a:ext>
            </a:extLst>
          </p:cNvPr>
          <p:cNvSpPr/>
          <p:nvPr/>
        </p:nvSpPr>
        <p:spPr>
          <a:xfrm>
            <a:off x="6671094" y="632604"/>
            <a:ext cx="2628181" cy="2553419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8E02F17-C643-4EE0-B8FD-4645D39C3553}"/>
              </a:ext>
            </a:extLst>
          </p:cNvPr>
          <p:cNvCxnSpPr>
            <a:stCxn id="28" idx="1"/>
            <a:endCxn id="28" idx="3"/>
          </p:cNvCxnSpPr>
          <p:nvPr/>
        </p:nvCxnSpPr>
        <p:spPr>
          <a:xfrm>
            <a:off x="6671094" y="1909314"/>
            <a:ext cx="2628181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1A30D4-1196-46A4-A71F-A1797ADA662F}"/>
              </a:ext>
            </a:extLst>
          </p:cNvPr>
          <p:cNvCxnSpPr/>
          <p:nvPr/>
        </p:nvCxnSpPr>
        <p:spPr>
          <a:xfrm>
            <a:off x="6719977" y="1061049"/>
            <a:ext cx="2628181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016D38-44C4-434C-AAFB-F489273F0166}"/>
              </a:ext>
            </a:extLst>
          </p:cNvPr>
          <p:cNvCxnSpPr/>
          <p:nvPr/>
        </p:nvCxnSpPr>
        <p:spPr>
          <a:xfrm>
            <a:off x="6671094" y="1477993"/>
            <a:ext cx="2628181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5735BA-F8F7-402A-9272-C35C280EF7E1}"/>
              </a:ext>
            </a:extLst>
          </p:cNvPr>
          <p:cNvCxnSpPr/>
          <p:nvPr/>
        </p:nvCxnSpPr>
        <p:spPr>
          <a:xfrm>
            <a:off x="6665343" y="2340633"/>
            <a:ext cx="2628181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9742BB4-CA3B-4BB5-9FE4-6FDA8AB40F1C}"/>
              </a:ext>
            </a:extLst>
          </p:cNvPr>
          <p:cNvCxnSpPr/>
          <p:nvPr/>
        </p:nvCxnSpPr>
        <p:spPr>
          <a:xfrm>
            <a:off x="6616460" y="2746075"/>
            <a:ext cx="2628181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597AE88-73F1-4E44-B50C-B540571FDC2A}"/>
              </a:ext>
            </a:extLst>
          </p:cNvPr>
          <p:cNvCxnSpPr>
            <a:cxnSpLocks/>
          </p:cNvCxnSpPr>
          <p:nvPr/>
        </p:nvCxnSpPr>
        <p:spPr>
          <a:xfrm>
            <a:off x="7510732" y="632604"/>
            <a:ext cx="0" cy="2562045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3E9061F-79AA-44B3-A320-37B36EFD77E4}"/>
              </a:ext>
            </a:extLst>
          </p:cNvPr>
          <p:cNvCxnSpPr>
            <a:cxnSpLocks/>
          </p:cNvCxnSpPr>
          <p:nvPr/>
        </p:nvCxnSpPr>
        <p:spPr>
          <a:xfrm>
            <a:off x="8428007" y="664235"/>
            <a:ext cx="0" cy="2562045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B9FF524-CA7A-43AA-A61F-42ED3E98E7AB}"/>
                  </a:ext>
                </a:extLst>
              </p14:cNvPr>
              <p14:cNvContentPartPr/>
              <p14:nvPr/>
            </p14:nvContentPartPr>
            <p14:xfrm>
              <a:off x="6693994" y="2023184"/>
              <a:ext cx="2634480" cy="1854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B9FF524-CA7A-43AA-A61F-42ED3E98E7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62314" y="1991864"/>
                <a:ext cx="26974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E0D1984-28A9-4A54-AE33-6EF2DF23526C}"/>
                  </a:ext>
                </a:extLst>
              </p14:cNvPr>
              <p14:cNvContentPartPr/>
              <p14:nvPr/>
            </p14:nvContentPartPr>
            <p14:xfrm>
              <a:off x="6682474" y="2845784"/>
              <a:ext cx="2572200" cy="230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E0D1984-28A9-4A54-AE33-6EF2DF2352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50794" y="2814104"/>
                <a:ext cx="2635200" cy="293400"/>
              </a:xfrm>
              <a:prstGeom prst="rect">
                <a:avLst/>
              </a:prstGeom>
            </p:spPr>
          </p:pic>
        </mc:Fallback>
      </mc:AlternateContent>
      <p:pic>
        <p:nvPicPr>
          <p:cNvPr id="44" name="Picture 43">
            <a:extLst>
              <a:ext uri="{FF2B5EF4-FFF2-40B4-BE49-F238E27FC236}">
                <a16:creationId xmlns:a16="http://schemas.microsoft.com/office/drawing/2014/main" id="{862282AD-E7F2-4813-9303-7B244FD94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2473" y="1137021"/>
            <a:ext cx="2143125" cy="2143125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473FEBE-845E-449C-B603-6CED29BAA9E2}"/>
              </a:ext>
            </a:extLst>
          </p:cNvPr>
          <p:cNvSpPr/>
          <p:nvPr/>
        </p:nvSpPr>
        <p:spPr>
          <a:xfrm>
            <a:off x="2533861" y="1483965"/>
            <a:ext cx="1362973" cy="1449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6E518D-21F8-46EB-92E4-4CF38E61D309}"/>
              </a:ext>
            </a:extLst>
          </p:cNvPr>
          <p:cNvSpPr/>
          <p:nvPr/>
        </p:nvSpPr>
        <p:spPr>
          <a:xfrm>
            <a:off x="2378881" y="1779194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368061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model explainability &quot;feature importance&quot;">
            <a:extLst>
              <a:ext uri="{FF2B5EF4-FFF2-40B4-BE49-F238E27FC236}">
                <a16:creationId xmlns:a16="http://schemas.microsoft.com/office/drawing/2014/main" id="{FEA5F986-0D4B-442A-984D-323F0F61BF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3"/>
          <a:stretch/>
        </p:blipFill>
        <p:spPr bwMode="auto">
          <a:xfrm>
            <a:off x="3758689" y="858135"/>
            <a:ext cx="6806450" cy="520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2D075F7-6B7D-4253-866F-A75E51A092D1}"/>
              </a:ext>
            </a:extLst>
          </p:cNvPr>
          <p:cNvSpPr/>
          <p:nvPr/>
        </p:nvSpPr>
        <p:spPr>
          <a:xfrm>
            <a:off x="2251509" y="1189232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C026B-1911-4353-8114-465AAA5E34CB}"/>
              </a:ext>
            </a:extLst>
          </p:cNvPr>
          <p:cNvSpPr/>
          <p:nvPr/>
        </p:nvSpPr>
        <p:spPr>
          <a:xfrm>
            <a:off x="2251509" y="1814915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2DB0F6-5C8D-4AB3-810F-A7EE511B3A8F}"/>
              </a:ext>
            </a:extLst>
          </p:cNvPr>
          <p:cNvSpPr/>
          <p:nvPr/>
        </p:nvSpPr>
        <p:spPr>
          <a:xfrm>
            <a:off x="2251508" y="2472762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D6272-02BD-4BF4-8464-17D44D9DC83B}"/>
              </a:ext>
            </a:extLst>
          </p:cNvPr>
          <p:cNvSpPr/>
          <p:nvPr/>
        </p:nvSpPr>
        <p:spPr>
          <a:xfrm>
            <a:off x="2251508" y="3112229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1A2E3B-D28F-4AFD-9FD5-E4B9500BD8D0}"/>
              </a:ext>
            </a:extLst>
          </p:cNvPr>
          <p:cNvSpPr/>
          <p:nvPr/>
        </p:nvSpPr>
        <p:spPr>
          <a:xfrm>
            <a:off x="2251507" y="3742507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4BFDD2-35A3-4815-A03B-F8236C1A7F7A}"/>
              </a:ext>
            </a:extLst>
          </p:cNvPr>
          <p:cNvSpPr/>
          <p:nvPr/>
        </p:nvSpPr>
        <p:spPr>
          <a:xfrm>
            <a:off x="2251506" y="4368190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AC965A-6DFC-494F-859C-89A3B3E48A97}"/>
              </a:ext>
            </a:extLst>
          </p:cNvPr>
          <p:cNvSpPr/>
          <p:nvPr/>
        </p:nvSpPr>
        <p:spPr>
          <a:xfrm>
            <a:off x="2251506" y="4984682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7</a:t>
            </a:r>
          </a:p>
        </p:txBody>
      </p:sp>
    </p:spTree>
    <p:extLst>
      <p:ext uri="{BB962C8B-B14F-4D97-AF65-F5344CB8AC3E}">
        <p14:creationId xmlns:p14="http://schemas.microsoft.com/office/powerpoint/2010/main" val="2790143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lated image">
            <a:extLst>
              <a:ext uri="{FF2B5EF4-FFF2-40B4-BE49-F238E27FC236}">
                <a16:creationId xmlns:a16="http://schemas.microsoft.com/office/drawing/2014/main" id="{0DA0859F-3148-4C66-B01D-CF4329E49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318" y="782088"/>
            <a:ext cx="2696095" cy="269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472D281-33A6-4F2F-924D-E759F8E8F236}"/>
              </a:ext>
            </a:extLst>
          </p:cNvPr>
          <p:cNvSpPr/>
          <p:nvPr/>
        </p:nvSpPr>
        <p:spPr>
          <a:xfrm>
            <a:off x="7822874" y="236605"/>
            <a:ext cx="2274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ML.NET pipeline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763BBD-D24B-45EC-8BF1-CDC478AAE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67" y="3790220"/>
            <a:ext cx="2143125" cy="2143125"/>
          </a:xfrm>
          <a:prstGeom prst="rect">
            <a:avLst/>
          </a:prstGeom>
        </p:spPr>
      </p:pic>
      <p:pic>
        <p:nvPicPr>
          <p:cNvPr id="1034" name="Picture 10" descr="Image result for &quot;Visual Studio&quot; logo">
            <a:extLst>
              <a:ext uri="{FF2B5EF4-FFF2-40B4-BE49-F238E27FC236}">
                <a16:creationId xmlns:a16="http://schemas.microsoft.com/office/drawing/2014/main" id="{50158CBC-CE60-479B-B8DC-96B15E7D7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997" y="4005350"/>
            <a:ext cx="1794162" cy="179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Rocket get started icon">
            <a:extLst>
              <a:ext uri="{FF2B5EF4-FFF2-40B4-BE49-F238E27FC236}">
                <a16:creationId xmlns:a16="http://schemas.microsoft.com/office/drawing/2014/main" id="{2D262007-A7A5-4BED-AB4A-706308674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941" y="3833552"/>
            <a:ext cx="1905173" cy="190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58F57CB-B44B-4A53-83C6-8D33F1E4B41E}"/>
              </a:ext>
            </a:extLst>
          </p:cNvPr>
          <p:cNvGrpSpPr/>
          <p:nvPr/>
        </p:nvGrpSpPr>
        <p:grpSpPr>
          <a:xfrm>
            <a:off x="4082438" y="571185"/>
            <a:ext cx="2241319" cy="2281465"/>
            <a:chOff x="8029244" y="3569308"/>
            <a:chExt cx="2241319" cy="228146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DD0FA17-F476-4BA1-9A59-B4671AF9EC47}"/>
                </a:ext>
              </a:extLst>
            </p:cNvPr>
            <p:cNvSpPr/>
            <p:nvPr/>
          </p:nvSpPr>
          <p:spPr>
            <a:xfrm>
              <a:off x="8221805" y="4056611"/>
              <a:ext cx="1794162" cy="1794162"/>
            </a:xfrm>
            <a:prstGeom prst="ellipse">
              <a:avLst/>
            </a:prstGeom>
            <a:noFill/>
            <a:ln w="44450">
              <a:solidFill>
                <a:srgbClr val="289C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6360A9-AB1F-4537-BAD4-0C345D429589}"/>
                </a:ext>
              </a:extLst>
            </p:cNvPr>
            <p:cNvSpPr/>
            <p:nvPr/>
          </p:nvSpPr>
          <p:spPr>
            <a:xfrm>
              <a:off x="8241102" y="4255666"/>
              <a:ext cx="1742536" cy="908749"/>
            </a:xfrm>
            <a:custGeom>
              <a:avLst/>
              <a:gdLst>
                <a:gd name="connsiteX0" fmla="*/ 0 w 1742536"/>
                <a:gd name="connsiteY0" fmla="*/ 822417 h 908749"/>
                <a:gd name="connsiteX1" fmla="*/ 172528 w 1742536"/>
                <a:gd name="connsiteY1" fmla="*/ 598130 h 908749"/>
                <a:gd name="connsiteX2" fmla="*/ 345056 w 1742536"/>
                <a:gd name="connsiteY2" fmla="*/ 730402 h 908749"/>
                <a:gd name="connsiteX3" fmla="*/ 506083 w 1742536"/>
                <a:gd name="connsiteY3" fmla="*/ 598130 h 908749"/>
                <a:gd name="connsiteX4" fmla="*/ 667109 w 1742536"/>
                <a:gd name="connsiteY4" fmla="*/ 782160 h 908749"/>
                <a:gd name="connsiteX5" fmla="*/ 736121 w 1742536"/>
                <a:gd name="connsiteY5" fmla="*/ 603881 h 908749"/>
                <a:gd name="connsiteX6" fmla="*/ 810883 w 1742536"/>
                <a:gd name="connsiteY6" fmla="*/ 891428 h 908749"/>
                <a:gd name="connsiteX7" fmla="*/ 1035170 w 1742536"/>
                <a:gd name="connsiteY7" fmla="*/ 32 h 908749"/>
                <a:gd name="connsiteX8" fmla="*/ 1184694 w 1742536"/>
                <a:gd name="connsiteY8" fmla="*/ 856923 h 908749"/>
                <a:gd name="connsiteX9" fmla="*/ 1288211 w 1742536"/>
                <a:gd name="connsiteY9" fmla="*/ 644138 h 908749"/>
                <a:gd name="connsiteX10" fmla="*/ 1362973 w 1742536"/>
                <a:gd name="connsiteY10" fmla="*/ 822417 h 908749"/>
                <a:gd name="connsiteX11" fmla="*/ 1454989 w 1742536"/>
                <a:gd name="connsiteY11" fmla="*/ 615383 h 908749"/>
                <a:gd name="connsiteX12" fmla="*/ 1524000 w 1742536"/>
                <a:gd name="connsiteY12" fmla="*/ 776409 h 908749"/>
                <a:gd name="connsiteX13" fmla="*/ 1581509 w 1742536"/>
                <a:gd name="connsiteY13" fmla="*/ 655640 h 908749"/>
                <a:gd name="connsiteX14" fmla="*/ 1633268 w 1742536"/>
                <a:gd name="connsiteY14" fmla="*/ 810915 h 908749"/>
                <a:gd name="connsiteX15" fmla="*/ 1673524 w 1742536"/>
                <a:gd name="connsiteY15" fmla="*/ 701647 h 908749"/>
                <a:gd name="connsiteX16" fmla="*/ 1742536 w 1742536"/>
                <a:gd name="connsiteY16" fmla="*/ 805164 h 908749"/>
                <a:gd name="connsiteX17" fmla="*/ 1742536 w 1742536"/>
                <a:gd name="connsiteY17" fmla="*/ 805164 h 90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2536" h="908749">
                  <a:moveTo>
                    <a:pt x="0" y="822417"/>
                  </a:moveTo>
                  <a:cubicBezTo>
                    <a:pt x="57509" y="717941"/>
                    <a:pt x="115019" y="613466"/>
                    <a:pt x="172528" y="598130"/>
                  </a:cubicBezTo>
                  <a:cubicBezTo>
                    <a:pt x="230037" y="582794"/>
                    <a:pt x="289464" y="730402"/>
                    <a:pt x="345056" y="730402"/>
                  </a:cubicBezTo>
                  <a:cubicBezTo>
                    <a:pt x="400648" y="730402"/>
                    <a:pt x="452408" y="589504"/>
                    <a:pt x="506083" y="598130"/>
                  </a:cubicBezTo>
                  <a:cubicBezTo>
                    <a:pt x="559758" y="606756"/>
                    <a:pt x="628769" y="781201"/>
                    <a:pt x="667109" y="782160"/>
                  </a:cubicBezTo>
                  <a:cubicBezTo>
                    <a:pt x="705449" y="783119"/>
                    <a:pt x="712159" y="585670"/>
                    <a:pt x="736121" y="603881"/>
                  </a:cubicBezTo>
                  <a:cubicBezTo>
                    <a:pt x="760083" y="622092"/>
                    <a:pt x="761042" y="992069"/>
                    <a:pt x="810883" y="891428"/>
                  </a:cubicBezTo>
                  <a:cubicBezTo>
                    <a:pt x="860724" y="790787"/>
                    <a:pt x="972868" y="5783"/>
                    <a:pt x="1035170" y="32"/>
                  </a:cubicBezTo>
                  <a:cubicBezTo>
                    <a:pt x="1097472" y="-5719"/>
                    <a:pt x="1142521" y="749572"/>
                    <a:pt x="1184694" y="856923"/>
                  </a:cubicBezTo>
                  <a:cubicBezTo>
                    <a:pt x="1226867" y="964274"/>
                    <a:pt x="1258498" y="649889"/>
                    <a:pt x="1288211" y="644138"/>
                  </a:cubicBezTo>
                  <a:cubicBezTo>
                    <a:pt x="1317924" y="638387"/>
                    <a:pt x="1335177" y="827209"/>
                    <a:pt x="1362973" y="822417"/>
                  </a:cubicBezTo>
                  <a:cubicBezTo>
                    <a:pt x="1390769" y="817625"/>
                    <a:pt x="1428151" y="623051"/>
                    <a:pt x="1454989" y="615383"/>
                  </a:cubicBezTo>
                  <a:cubicBezTo>
                    <a:pt x="1481827" y="607715"/>
                    <a:pt x="1502913" y="769699"/>
                    <a:pt x="1524000" y="776409"/>
                  </a:cubicBezTo>
                  <a:cubicBezTo>
                    <a:pt x="1545087" y="783118"/>
                    <a:pt x="1563298" y="649889"/>
                    <a:pt x="1581509" y="655640"/>
                  </a:cubicBezTo>
                  <a:cubicBezTo>
                    <a:pt x="1599720" y="661391"/>
                    <a:pt x="1617932" y="803247"/>
                    <a:pt x="1633268" y="810915"/>
                  </a:cubicBezTo>
                  <a:cubicBezTo>
                    <a:pt x="1648604" y="818583"/>
                    <a:pt x="1655313" y="702605"/>
                    <a:pt x="1673524" y="701647"/>
                  </a:cubicBezTo>
                  <a:cubicBezTo>
                    <a:pt x="1691735" y="700689"/>
                    <a:pt x="1742536" y="805164"/>
                    <a:pt x="1742536" y="805164"/>
                  </a:cubicBezTo>
                  <a:lnTo>
                    <a:pt x="1742536" y="805164"/>
                  </a:lnTo>
                </a:path>
              </a:pathLst>
            </a:custGeom>
            <a:noFill/>
            <a:ln w="31750">
              <a:solidFill>
                <a:srgbClr val="289C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Image result for icon magnifying glass">
              <a:extLst>
                <a:ext uri="{FF2B5EF4-FFF2-40B4-BE49-F238E27FC236}">
                  <a16:creationId xmlns:a16="http://schemas.microsoft.com/office/drawing/2014/main" id="{1429CF30-3DD4-47C4-B8A7-129435CBD4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02857" y="4056611"/>
              <a:ext cx="983016" cy="983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7DEB47D-1536-471A-A215-8EFD23764E98}"/>
                </a:ext>
              </a:extLst>
            </p:cNvPr>
            <p:cNvSpPr/>
            <p:nvPr/>
          </p:nvSpPr>
          <p:spPr>
            <a:xfrm>
              <a:off x="8029244" y="3569308"/>
              <a:ext cx="224131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Anomaly Detection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40A5694-E5D6-47D0-849A-0A6E45DF74F9}"/>
              </a:ext>
            </a:extLst>
          </p:cNvPr>
          <p:cNvSpPr/>
          <p:nvPr/>
        </p:nvSpPr>
        <p:spPr>
          <a:xfrm>
            <a:off x="746595" y="550657"/>
            <a:ext cx="288412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Recommendations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E1F3DC9-91C3-4726-A2A0-4A86D4B08678}"/>
              </a:ext>
            </a:extLst>
          </p:cNvPr>
          <p:cNvGrpSpPr/>
          <p:nvPr/>
        </p:nvGrpSpPr>
        <p:grpSpPr>
          <a:xfrm>
            <a:off x="7518303" y="4529135"/>
            <a:ext cx="2884123" cy="1992831"/>
            <a:chOff x="765892" y="623885"/>
            <a:chExt cx="2884123" cy="1992831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30CB43-1636-49FC-A926-E9E23E761577}"/>
                </a:ext>
              </a:extLst>
            </p:cNvPr>
            <p:cNvSpPr/>
            <p:nvPr/>
          </p:nvSpPr>
          <p:spPr>
            <a:xfrm>
              <a:off x="765892" y="623885"/>
              <a:ext cx="2884123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7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Recommendations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6FF9761-C1A6-4AFF-8B4B-68DFB78856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1326" y="1336556"/>
              <a:ext cx="1280160" cy="1280160"/>
            </a:xfrm>
            <a:prstGeom prst="ellipse">
              <a:avLst/>
            </a:prstGeom>
            <a:solidFill>
              <a:srgbClr val="1C9C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C1FA5D7-F21F-44A6-A888-1EFE6EC3E293}"/>
                </a:ext>
              </a:extLst>
            </p:cNvPr>
            <p:cNvGrpSpPr/>
            <p:nvPr/>
          </p:nvGrpSpPr>
          <p:grpSpPr>
            <a:xfrm>
              <a:off x="2286700" y="1317504"/>
              <a:ext cx="1280160" cy="1280160"/>
              <a:chOff x="9537939" y="4451230"/>
              <a:chExt cx="1280160" cy="128016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5CB243B-816A-4BFB-B8F5-6983721CDC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37939" y="4451230"/>
                <a:ext cx="1280160" cy="1280160"/>
              </a:xfrm>
              <a:prstGeom prst="ellipse">
                <a:avLst/>
              </a:prstGeom>
              <a:solidFill>
                <a:srgbClr val="1C9CD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E06134D9-2CBF-469F-A050-4F3F973CB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0326" y="4997570"/>
                <a:ext cx="249843" cy="368061"/>
              </a:xfrm>
              <a:prstGeom prst="line">
                <a:avLst/>
              </a:prstGeom>
              <a:ln w="1905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796D4935-F18F-4808-9A95-EA436C4237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66014" y="4790981"/>
                <a:ext cx="436259" cy="579177"/>
              </a:xfrm>
              <a:prstGeom prst="line">
                <a:avLst/>
              </a:prstGeom>
              <a:ln w="1905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ight Triangle 66">
                <a:extLst>
                  <a:ext uri="{FF2B5EF4-FFF2-40B4-BE49-F238E27FC236}">
                    <a16:creationId xmlns:a16="http://schemas.microsoft.com/office/drawing/2014/main" id="{C62DFFE6-3D80-4B14-B3B4-31224F58BCF9}"/>
                  </a:ext>
                </a:extLst>
              </p:cNvPr>
              <p:cNvSpPr/>
              <p:nvPr/>
            </p:nvSpPr>
            <p:spPr>
              <a:xfrm rot="19218699">
                <a:off x="10071524" y="5389623"/>
                <a:ext cx="58414" cy="61387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ight Triangle 67">
                <a:extLst>
                  <a:ext uri="{FF2B5EF4-FFF2-40B4-BE49-F238E27FC236}">
                    <a16:creationId xmlns:a16="http://schemas.microsoft.com/office/drawing/2014/main" id="{33DC62F8-B9B5-42F5-B9F9-CC5F28425EB1}"/>
                  </a:ext>
                </a:extLst>
              </p:cNvPr>
              <p:cNvSpPr/>
              <p:nvPr/>
            </p:nvSpPr>
            <p:spPr>
              <a:xfrm rot="18647173">
                <a:off x="10062149" y="5352574"/>
                <a:ext cx="92266" cy="79276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0936E4F-2D3D-4965-8ABE-0409A2C585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049" y="1682696"/>
              <a:ext cx="535159" cy="591907"/>
            </a:xfrm>
            <a:prstGeom prst="line">
              <a:avLst/>
            </a:prstGeom>
            <a:ln w="190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6689D9B-3709-442D-A9E4-4D2B15E694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5049" y="1682696"/>
              <a:ext cx="535160" cy="579494"/>
            </a:xfrm>
            <a:prstGeom prst="line">
              <a:avLst/>
            </a:prstGeom>
            <a:ln w="190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41D77F23-62BF-47CE-80B9-BEAF57430ABA}"/>
              </a:ext>
            </a:extLst>
          </p:cNvPr>
          <p:cNvSpPr/>
          <p:nvPr/>
        </p:nvSpPr>
        <p:spPr>
          <a:xfrm>
            <a:off x="1541607" y="1257543"/>
            <a:ext cx="581025" cy="564554"/>
          </a:xfrm>
          <a:prstGeom prst="star5">
            <a:avLst/>
          </a:prstGeom>
          <a:solidFill>
            <a:srgbClr val="1C9CD8"/>
          </a:solidFill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Star: 5 Points 69">
            <a:extLst>
              <a:ext uri="{FF2B5EF4-FFF2-40B4-BE49-F238E27FC236}">
                <a16:creationId xmlns:a16="http://schemas.microsoft.com/office/drawing/2014/main" id="{1509E41D-386D-4F7A-A705-5803152049B3}"/>
              </a:ext>
            </a:extLst>
          </p:cNvPr>
          <p:cNvSpPr/>
          <p:nvPr/>
        </p:nvSpPr>
        <p:spPr>
          <a:xfrm>
            <a:off x="2246474" y="1257543"/>
            <a:ext cx="581025" cy="564554"/>
          </a:xfrm>
          <a:prstGeom prst="star5">
            <a:avLst/>
          </a:prstGeom>
          <a:solidFill>
            <a:srgbClr val="1C9CD8"/>
          </a:solidFill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C3CAD0C9-08AA-4B4B-AE49-4539578D91A2}"/>
              </a:ext>
            </a:extLst>
          </p:cNvPr>
          <p:cNvSpPr/>
          <p:nvPr/>
        </p:nvSpPr>
        <p:spPr>
          <a:xfrm>
            <a:off x="2932044" y="1257543"/>
            <a:ext cx="581025" cy="564554"/>
          </a:xfrm>
          <a:prstGeom prst="star5">
            <a:avLst/>
          </a:prstGeom>
          <a:noFill/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5486CAEC-5FC3-4BC9-A9B1-9D24D21F9D46}"/>
              </a:ext>
            </a:extLst>
          </p:cNvPr>
          <p:cNvSpPr/>
          <p:nvPr/>
        </p:nvSpPr>
        <p:spPr>
          <a:xfrm>
            <a:off x="822726" y="1257543"/>
            <a:ext cx="581025" cy="564554"/>
          </a:xfrm>
          <a:prstGeom prst="star5">
            <a:avLst/>
          </a:prstGeom>
          <a:solidFill>
            <a:srgbClr val="1C9CD8"/>
          </a:solidFill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2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8F866F-399E-4194-805B-BD99E3401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32" y="730123"/>
            <a:ext cx="4519349" cy="172096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EAEA68-9DBB-4959-98C6-9481A1A67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97" y="2764438"/>
            <a:ext cx="9781712" cy="200309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63AEFD-89E2-416E-8442-97BD33718E59}"/>
              </a:ext>
            </a:extLst>
          </p:cNvPr>
          <p:cNvCxnSpPr/>
          <p:nvPr/>
        </p:nvCxnSpPr>
        <p:spPr>
          <a:xfrm>
            <a:off x="1587260" y="3232030"/>
            <a:ext cx="44282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Left 7">
            <a:extLst>
              <a:ext uri="{FF2B5EF4-FFF2-40B4-BE49-F238E27FC236}">
                <a16:creationId xmlns:a16="http://schemas.microsoft.com/office/drawing/2014/main" id="{EC8438EA-7B75-445E-874B-96F325A733D6}"/>
              </a:ext>
            </a:extLst>
          </p:cNvPr>
          <p:cNvSpPr/>
          <p:nvPr/>
        </p:nvSpPr>
        <p:spPr>
          <a:xfrm>
            <a:off x="2127849" y="3065253"/>
            <a:ext cx="287547" cy="21853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347F67-8894-4403-A8F5-CA1E416DF3A3}"/>
              </a:ext>
            </a:extLst>
          </p:cNvPr>
          <p:cNvCxnSpPr>
            <a:cxnSpLocks/>
          </p:cNvCxnSpPr>
          <p:nvPr/>
        </p:nvCxnSpPr>
        <p:spPr>
          <a:xfrm>
            <a:off x="4367841" y="4281577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5FCCA5-E832-4A44-A1CE-C1AF896D48B8}"/>
              </a:ext>
            </a:extLst>
          </p:cNvPr>
          <p:cNvCxnSpPr>
            <a:cxnSpLocks/>
          </p:cNvCxnSpPr>
          <p:nvPr/>
        </p:nvCxnSpPr>
        <p:spPr>
          <a:xfrm>
            <a:off x="4520241" y="4433977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B3E7F8-FA81-404E-BF98-BCAE1B519310}"/>
              </a:ext>
            </a:extLst>
          </p:cNvPr>
          <p:cNvCxnSpPr>
            <a:cxnSpLocks/>
          </p:cNvCxnSpPr>
          <p:nvPr/>
        </p:nvCxnSpPr>
        <p:spPr>
          <a:xfrm>
            <a:off x="4606505" y="4586377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BC7B51-E162-4714-8CAE-C8ECCFA2EE75}"/>
              </a:ext>
            </a:extLst>
          </p:cNvPr>
          <p:cNvCxnSpPr>
            <a:cxnSpLocks/>
          </p:cNvCxnSpPr>
          <p:nvPr/>
        </p:nvCxnSpPr>
        <p:spPr>
          <a:xfrm>
            <a:off x="4405222" y="3833004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8258BC-B1E4-4EAD-A880-B32AACB1AC8D}"/>
              </a:ext>
            </a:extLst>
          </p:cNvPr>
          <p:cNvCxnSpPr>
            <a:cxnSpLocks/>
          </p:cNvCxnSpPr>
          <p:nvPr/>
        </p:nvCxnSpPr>
        <p:spPr>
          <a:xfrm>
            <a:off x="4367841" y="3982528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30B6E7-C14E-4F2C-A755-EDE91F36E827}"/>
              </a:ext>
            </a:extLst>
          </p:cNvPr>
          <p:cNvCxnSpPr>
            <a:cxnSpLocks/>
          </p:cNvCxnSpPr>
          <p:nvPr/>
        </p:nvCxnSpPr>
        <p:spPr>
          <a:xfrm>
            <a:off x="4672641" y="4143554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Left 15">
            <a:extLst>
              <a:ext uri="{FF2B5EF4-FFF2-40B4-BE49-F238E27FC236}">
                <a16:creationId xmlns:a16="http://schemas.microsoft.com/office/drawing/2014/main" id="{4F8DB12B-3D99-45DF-A7E1-562452BF1901}"/>
              </a:ext>
            </a:extLst>
          </p:cNvPr>
          <p:cNvSpPr/>
          <p:nvPr/>
        </p:nvSpPr>
        <p:spPr>
          <a:xfrm>
            <a:off x="5126966" y="4034286"/>
            <a:ext cx="287547" cy="21853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7D590A-6AF5-4739-B118-D401543FE0EF}"/>
              </a:ext>
            </a:extLst>
          </p:cNvPr>
          <p:cNvSpPr/>
          <p:nvPr/>
        </p:nvSpPr>
        <p:spPr>
          <a:xfrm>
            <a:off x="5355939" y="3881944"/>
            <a:ext cx="6106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Row’s</a:t>
            </a:r>
          </a:p>
          <a:p>
            <a:r>
              <a:rPr lang="en-US" sz="1400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65116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image006">
            <a:extLst>
              <a:ext uri="{FF2B5EF4-FFF2-40B4-BE49-F238E27FC236}">
                <a16:creationId xmlns:a16="http://schemas.microsoft.com/office/drawing/2014/main" id="{0A6F4922-3B6A-4E35-B2A8-9F0740EE0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72" y="506984"/>
            <a:ext cx="9353551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5" descr="image005">
            <a:extLst>
              <a:ext uri="{FF2B5EF4-FFF2-40B4-BE49-F238E27FC236}">
                <a16:creationId xmlns:a16="http://schemas.microsoft.com/office/drawing/2014/main" id="{7983BD4A-249C-4CFD-BB66-978B4A750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54" y="1160702"/>
            <a:ext cx="6086475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image004">
            <a:extLst>
              <a:ext uri="{FF2B5EF4-FFF2-40B4-BE49-F238E27FC236}">
                <a16:creationId xmlns:a16="http://schemas.microsoft.com/office/drawing/2014/main" id="{4BD6E46F-94A4-4015-8770-CA3DAFC5F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683" y="3800385"/>
            <a:ext cx="60769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3" descr="image003">
            <a:extLst>
              <a:ext uri="{FF2B5EF4-FFF2-40B4-BE49-F238E27FC236}">
                <a16:creationId xmlns:a16="http://schemas.microsoft.com/office/drawing/2014/main" id="{B6C6F5CF-E16F-4E5F-B8DC-230554BDB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922" y="1500009"/>
            <a:ext cx="49434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8E1E1D-EA6E-40BA-A603-2DB1DB2C9144}"/>
              </a:ext>
            </a:extLst>
          </p:cNvPr>
          <p:cNvSpPr/>
          <p:nvPr/>
        </p:nvSpPr>
        <p:spPr>
          <a:xfrm>
            <a:off x="333554" y="114650"/>
            <a:ext cx="113581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In the case that your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you will encounter following message by calling Preview function: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A6C8159-54EE-43F5-82CF-63B8DCC8A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54" y="55760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All you need to do is to click on that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9" descr="cid:image007.png@01D48725.89F3C120">
            <a:extLst>
              <a:ext uri="{FF2B5EF4-FFF2-40B4-BE49-F238E27FC236}">
                <a16:creationId xmlns:a16="http://schemas.microsoft.com/office/drawing/2014/main" id="{BA02866F-136F-4319-94B2-4A8FD8BC3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941" y="760907"/>
            <a:ext cx="21907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00CF3F7C-B553-43C8-A12E-30483DDAF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9016" y="8466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icon  and Visual studio will execute function in multithreaded environment and produce you object which you can inspect.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501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CABF7B-DF03-4006-A5A3-3AF51FE2E3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5" b="7894"/>
          <a:stretch/>
        </p:blipFill>
        <p:spPr>
          <a:xfrm>
            <a:off x="2262957" y="1231453"/>
            <a:ext cx="7316867" cy="44203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B5AC4B-E062-422F-A258-26A1FDBAD5B8}"/>
              </a:ext>
            </a:extLst>
          </p:cNvPr>
          <p:cNvSpPr/>
          <p:nvPr/>
        </p:nvSpPr>
        <p:spPr>
          <a:xfrm>
            <a:off x="3085905" y="585122"/>
            <a:ext cx="5341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Segoe UI Light" panose="020B0502040204020203" pitchFamily="34" charset="0"/>
                <a:cs typeface="Segoe UI Light" panose="020B0502040204020203" pitchFamily="34" charset="0"/>
              </a:rPr>
              <a:t>Global Feature Importance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A7F69-34EC-4FE2-96AE-6EB0812A8EFF}"/>
              </a:ext>
            </a:extLst>
          </p:cNvPr>
          <p:cNvSpPr/>
          <p:nvPr/>
        </p:nvSpPr>
        <p:spPr>
          <a:xfrm>
            <a:off x="5024328" y="5677091"/>
            <a:ext cx="21433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Decrease in R-Squared</a:t>
            </a:r>
          </a:p>
        </p:txBody>
      </p:sp>
    </p:spTree>
    <p:extLst>
      <p:ext uri="{BB962C8B-B14F-4D97-AF65-F5344CB8AC3E}">
        <p14:creationId xmlns:p14="http://schemas.microsoft.com/office/powerpoint/2010/main" val="1405657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15468-63E0-4C57-83F7-60C540906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66" y="685175"/>
            <a:ext cx="7316867" cy="548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7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113</Words>
  <Application>Microsoft Office PowerPoint</Application>
  <PresentationFormat>Widescreen</PresentationFormat>
  <Paragraphs>55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Cesar De la Torre Llorente</dc:creator>
  <cp:lastModifiedBy>Cesar De la Torre Llorente</cp:lastModifiedBy>
  <cp:revision>42</cp:revision>
  <dcterms:created xsi:type="dcterms:W3CDTF">2018-11-05T23:30:58Z</dcterms:created>
  <dcterms:modified xsi:type="dcterms:W3CDTF">2019-02-07T01:59:52Z</dcterms:modified>
</cp:coreProperties>
</file>