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6"/>
  </p:normalViewPr>
  <p:slideViewPr>
    <p:cSldViewPr snapToGrid="0" snapToObjects="1">
      <p:cViewPr>
        <p:scale>
          <a:sx n="119" d="100"/>
          <a:sy n="119" d="100"/>
        </p:scale>
        <p:origin x="206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94E4-A42E-2041-8668-E4C7EBA53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E0C06-42D0-A74F-B553-B0AC619C2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E6C9-AE7C-DE4E-BBF5-08A3D456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9B51A-7679-0F4C-BC5B-6A16B7D5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35325-9892-1D4F-B57E-07FCE53E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0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2657-416C-9A49-834A-ABF820F0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518A-25D1-7E45-91AD-2EAA8708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8BA53-A789-4146-908C-B9DAFCBC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08763-1F78-A647-972C-B0747B8F2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5EECC-3E63-F145-B852-CBCE25BC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0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28F2-B0FD-DA47-9276-A26E6AF6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4FB74-1328-F545-B873-49B8ECC3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A2707-9DEB-D541-A64B-9FBB7D2F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B2EE0-DD69-8340-92D6-6AFB96AB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0230B-BB5D-F44D-89A2-7261F56A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0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D5E1-B2B2-0741-A4DE-7106E9B3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225D-CABD-984E-A857-632965A4E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B1136-2A02-DB43-B9E1-87E9CF4B6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660A7-917B-E64C-B936-BC861878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6675E-824B-DE4E-88D6-9F6A1CA0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658A0-BAD3-FA4A-B8E7-4BE56ED4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0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E496-CFDE-354A-9C35-9E7D3F5C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B87B9-BB7C-F341-8516-681A9FA4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3A14D-509F-B04A-9FF6-9EB506611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8FE7D-957E-4943-810D-54498E53E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8EEBF-0DF6-3649-8F0F-94B48226D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43788-0F47-6D48-8330-E50117EF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8EB45E-4F2B-0246-A1B5-43963CFF4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7F637-9A06-4844-8123-2927D38A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1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B0F1-08A6-E347-8C53-439AE413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C5CC97-3AD4-C642-8E84-8C070C5B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411CD-1D06-6C4B-8E27-0A53E423B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6242E-193D-3145-8F18-3D953B5C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2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EF19B-ED3F-304C-B051-71C72C44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C7FEB-5B31-734D-8742-D7DCD3AE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06F10-14B2-0A47-AECE-951949A1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D2BF-8439-1740-A5BC-E38D1682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D7E87-52B8-8D40-9694-C05E0262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E2F83-0A67-E643-8029-65DDE59C9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FC530-2AF8-2A4E-A8B8-FCD18EF7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5AAF1-DC13-224C-A9CD-8533A557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ACC84-DEE6-7A41-842A-891E6E2B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9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C2D0-BDB0-2843-B49F-FAF2DAFFB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F84C8-2B40-1B49-AA50-BF1204163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D56F0-5426-ED43-9B25-B1D0679F6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80381-E664-4543-9326-65735FFE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78E04-D0EE-FF4F-B6A7-30639762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CBE4C-248C-564E-B986-0AC1FEFA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1ACC-458F-6446-8F5C-4B81A3CE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79B20-4BF7-EF42-962C-328557197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2F76-5C45-7B4B-B500-166208DA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BC8A-EB24-7649-B07B-633DABD4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70D4A-7DD8-D543-8395-F01AA015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0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1FAD4-0032-FC41-9E10-39705A77D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59249-C236-A74B-9A8E-5D132B573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D668-DCB5-E34A-B951-319C960B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74A2E-82AC-184F-BBD4-F1F0E025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B38EC-01B1-2942-A5DC-90F5D5CE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6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39D06-C5A7-524A-B894-20747BE4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ACFFA-29B7-7E46-8D72-8827E62FB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2560F-5F45-484C-88EB-3AE8B4347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B57CB-F21C-D548-ADD2-9DFFF6515776}" type="datetimeFigureOut">
              <a:rPr lang="en-US" smtClean="0"/>
              <a:t>8/26/21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53C5B-6BE3-674B-8C33-D4BE3CCD1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5C528-C66E-AD4B-B1A3-229A9E422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85BB4-7D83-FF4B-B1CC-154667569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3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10F7C6-B3A1-BE47-A39A-C883D5BD5B34}"/>
              </a:ext>
            </a:extLst>
          </p:cNvPr>
          <p:cNvSpPr txBox="1"/>
          <p:nvPr/>
        </p:nvSpPr>
        <p:spPr>
          <a:xfrm>
            <a:off x="4971392" y="1106636"/>
            <a:ext cx="7220607" cy="540763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1570" b="1" dirty="0"/>
              <a:t>Behaviors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EventToCommandBehaivor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ImpliedOrderGridBehavior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MaskedBehavior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MaxLengthReachedBehavior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ProgressBarAnimationBehavior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UserStoppedTypingBehavior</a:t>
            </a:r>
            <a:endParaRPr lang="en-US" sz="1570" dirty="0"/>
          </a:p>
          <a:p>
            <a:endParaRPr lang="en-US" sz="1570" b="1" dirty="0"/>
          </a:p>
          <a:p>
            <a:r>
              <a:rPr lang="en-US" sz="1570" b="1" dirty="0"/>
              <a:t>Converters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BoolToObjectConverter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ByteArrayToImageSourceConverter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ColorToColorConverter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ColorToComponentConverter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ColorToStringConverter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CompareConverter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DateTimeOffsetConverter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DoubleToIntConverter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EnumToIntConverter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EqualConverter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ImageResourceConverter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IndexToArrayItemConverter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IntToBoolConverter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InvertedBoolConverter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IsNotNullOrEmptyConverter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IsNullOrEmptyConverter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ItemSelectedEventArgsConverter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ItemTappedEventArgsConverter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ListIsNullOrEmptyConverter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ListToStringConverter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MultiConverter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NotEqualConverter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StateToBooleanonverter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StringToListConverter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TextCaseConverter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TimeSpanToDoubleConverter</a:t>
            </a:r>
            <a:endParaRPr lang="en-US" sz="157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70" dirty="0"/>
          </a:p>
          <a:p>
            <a:endParaRPr lang="en-US" sz="1570" b="1" dirty="0"/>
          </a:p>
          <a:p>
            <a:r>
              <a:rPr lang="en-US" sz="1570" b="1" dirty="0"/>
              <a:t>Extensions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ColorExtension</a:t>
            </a:r>
            <a:endParaRPr lang="en-US" sz="1570" dirty="0"/>
          </a:p>
          <a:p>
            <a:endParaRPr lang="en-US" sz="1570" dirty="0"/>
          </a:p>
          <a:p>
            <a:endParaRPr lang="en-US" sz="1570" b="1" dirty="0"/>
          </a:p>
          <a:p>
            <a:r>
              <a:rPr lang="en-US" sz="1570" b="1" dirty="0"/>
              <a:t>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70" dirty="0" err="1"/>
              <a:t>StateLayout</a:t>
            </a:r>
            <a:endParaRPr lang="en-US" sz="157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E92BF-0054-1542-A457-AE681C8AB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15" y="1579022"/>
            <a:ext cx="4151405" cy="415140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4237EF7-570F-1343-8ADA-CC4D9BEE5C94}"/>
              </a:ext>
            </a:extLst>
          </p:cNvPr>
          <p:cNvGrpSpPr/>
          <p:nvPr/>
        </p:nvGrpSpPr>
        <p:grpSpPr>
          <a:xfrm>
            <a:off x="237715" y="300846"/>
            <a:ext cx="14179702" cy="707886"/>
            <a:chOff x="237715" y="300846"/>
            <a:chExt cx="14179702" cy="70788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D8327A-51C1-FC45-BCC0-64A06B1F46AC}"/>
                </a:ext>
              </a:extLst>
            </p:cNvPr>
            <p:cNvSpPr txBox="1"/>
            <p:nvPr/>
          </p:nvSpPr>
          <p:spPr>
            <a:xfrm>
              <a:off x="237715" y="300846"/>
              <a:ext cx="72206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latin typeface="Segoe UI Historic" panose="020B0502040204020203" pitchFamily="34" charset="0"/>
                  <a:ea typeface="Segoe UI Historic" panose="020B0502040204020203" pitchFamily="34" charset="0"/>
                  <a:cs typeface="Segoe UI Historic" panose="020B0502040204020203" pitchFamily="34" charset="0"/>
                </a:rPr>
                <a:t>.NET MAUI Community Toolkit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145ABC-4164-4B41-B6BE-1D66B22F83B2}"/>
                </a:ext>
              </a:extLst>
            </p:cNvPr>
            <p:cNvSpPr txBox="1"/>
            <p:nvPr/>
          </p:nvSpPr>
          <p:spPr>
            <a:xfrm>
              <a:off x="7196810" y="561608"/>
              <a:ext cx="7220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 Historic" panose="020B0502040204020203" pitchFamily="34" charset="0"/>
                  <a:ea typeface="Segoe UI Historic" panose="020B0502040204020203" pitchFamily="34" charset="0"/>
                  <a:cs typeface="Segoe UI Historic" panose="020B0502040204020203" pitchFamily="34" charset="0"/>
                </a:rPr>
                <a:t>v1.0.0-pre1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207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Historic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Minnick</dc:creator>
  <cp:lastModifiedBy>Brandon Minnick</cp:lastModifiedBy>
  <cp:revision>1</cp:revision>
  <dcterms:created xsi:type="dcterms:W3CDTF">2021-08-26T17:27:56Z</dcterms:created>
  <dcterms:modified xsi:type="dcterms:W3CDTF">2021-08-26T17:42:36Z</dcterms:modified>
</cp:coreProperties>
</file>