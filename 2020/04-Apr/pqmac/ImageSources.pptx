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804" r:id="rId2"/>
  </p:sldMasterIdLst>
  <p:sldIdLst>
    <p:sldId id="256" r:id="rId3"/>
    <p:sldId id="361" r:id="rId4"/>
    <p:sldId id="3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664D-24DD-4B73-829B-B2498E192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C081B-B851-4D02-ADD7-B29F317D5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C896F-1614-4EC0-9804-8786C96F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7C906-ECB1-4605-AE86-4C7B2D28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381D6-CDF4-46AF-9505-47FAA529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7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D441-43EF-4C91-8C95-DF7F84F8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DAC86-19F9-410A-89A5-C90091EE9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9A176-2E1F-4A50-BA00-D7094911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2DD02-49A4-438A-9CF0-39AF6F72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6EFE1-8A94-4928-A3F8-51A0A7B1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0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FFF0-51D9-4343-BDB4-584F03AF4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B6138-650C-49AD-9AD4-9847AA77B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0912-E830-44BE-A605-DF18C395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50FC5-567F-4643-834F-956F936E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3CD6F-CA8F-4E53-9B16-8FB9DAD0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9049-F09F-41D5-B99F-54265752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E6CC1-FD9B-4549-BB12-5E54C6B51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C05C4-0874-4DD2-A96D-196B0B97C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7EACA-23DA-4DBE-B861-8C788B56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31404-59C6-44D1-9F97-94133734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71B69-05B6-45BD-8BF2-CB7D0A16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7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9BB5-F161-4E32-9512-2EB26C4BF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9F1F2-9A8A-4774-B726-06BBC031A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C7A1B-1DED-4F17-B7E1-A6062AEB3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3B1C7-4C85-40FE-B6BC-A652569E5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D3D9B0-0370-438F-A389-50D594BC8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D655A-B460-4D01-80FD-AB6FDFE0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2A0CC-2133-4031-B798-0CDAB0D4A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6C108-A9F2-4782-A620-B53550F34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42D5-F16C-4B2D-BFBE-6769080D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312A4-485F-4003-9FD3-8276AAA2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F14BF-C181-4363-8FCA-7FF7D131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FF1CA-E548-4D8A-A069-04436DD3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9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16D45-E077-4928-8506-655FA0FD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FA9A62-94A9-4756-B5A0-1B5BE360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0B469-7739-47B1-9548-CFF298DD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4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CED5-91E1-417E-BD57-07AD2C05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C38F-EE5B-4CBA-A7D7-41AF18CE4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D825A-AAEB-4185-82D1-3F2B1D50B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953B-FBDF-4F14-B615-C562A1AE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E8332-E8BD-4F3C-BF24-A5098567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C30C0-BFFD-4A3B-AC16-2027CA95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9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9C2E-EFB3-42BB-A74E-5134B854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7046E-F58E-472E-B18F-29346D841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7B69E-53B9-4FEC-A0F9-A76963EFB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3B9B0-DA2E-4FAD-A435-CDC72CB6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705BE-0F5A-43B2-B8D5-E0539A2D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7FBE2-3866-43A5-99EA-863E81EA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2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E104-6C7B-47DF-87FD-57A6A73A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73A78-3D09-4E15-A843-02A3081CC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4A7BA-B0BF-4B30-AF0D-C4A0693D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919C-6D37-4126-8311-423CCB630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6519A-E45E-4D71-85AB-13EE6F39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4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F76932-8B5B-4181-A0E8-D5FC6AFFE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8C3BA-52F3-4CB1-8EAC-FC1A35D8F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3A0C8-E1E5-465B-8482-503EAA14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ACF89-3B9C-4568-8653-51F59753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D70D-DB1E-4F78-BC14-6FAF148D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05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652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1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110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58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94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59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072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5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04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7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2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57059-40F8-4ACD-910D-959D6BD5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AE7E1-4683-4426-B820-AD22AF665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8199-60C7-4ED7-806B-1A7FD198A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FEB46-4B6A-418B-87D6-767E929CE155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DE85E-41A4-42EE-B893-5DBC90D83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4DBA5-AC0E-490D-A83D-4F1BD506C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A4C20-9302-426A-A730-CC3655A12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4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AB50A5A-2A83-428B-BE20-D5BB071EECA7}" type="datetimeFigureOut">
              <a:rPr lang="en-US" smtClean="0"/>
              <a:t>4/5/2020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B73F6C3-90B5-4048-BFD1-5EA24A8D09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53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A107B2E-C6F3-4068-897B-3964A7A9C03B}"/>
              </a:ext>
            </a:extLst>
          </p:cNvPr>
          <p:cNvGrpSpPr/>
          <p:nvPr/>
        </p:nvGrpSpPr>
        <p:grpSpPr>
          <a:xfrm>
            <a:off x="1131865" y="2390561"/>
            <a:ext cx="2706155" cy="1829514"/>
            <a:chOff x="1131865" y="2390561"/>
            <a:chExt cx="2706155" cy="1829514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DCB32A57-1CA6-49D9-9880-F02419D16E07}"/>
                </a:ext>
              </a:extLst>
            </p:cNvPr>
            <p:cNvSpPr txBox="1">
              <a:spLocks/>
            </p:cNvSpPr>
            <p:nvPr/>
          </p:nvSpPr>
          <p:spPr>
            <a:xfrm>
              <a:off x="1131865" y="2390561"/>
              <a:ext cx="2706155" cy="18295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0" tIns="45720" rIns="0" bIns="45720" rtlCol="0">
              <a:norm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D55F88-FD6C-4DF7-A04A-424A651064D1}"/>
                </a:ext>
              </a:extLst>
            </p:cNvPr>
            <p:cNvSpPr/>
            <p:nvPr/>
          </p:nvSpPr>
          <p:spPr>
            <a:xfrm>
              <a:off x="1222683" y="2470752"/>
              <a:ext cx="1038808" cy="1649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Foo.cs</a:t>
              </a: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0E1D18-ADA8-4EF0-BF84-4AB959CB0367}"/>
                </a:ext>
              </a:extLst>
            </p:cNvPr>
            <p:cNvSpPr/>
            <p:nvPr/>
          </p:nvSpPr>
          <p:spPr>
            <a:xfrm>
              <a:off x="2352310" y="2470752"/>
              <a:ext cx="1402703" cy="371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Foo.Win.cs</a:t>
              </a: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ADA304-8D84-4995-860D-06D1A5562BF0}"/>
                </a:ext>
              </a:extLst>
            </p:cNvPr>
            <p:cNvSpPr/>
            <p:nvPr/>
          </p:nvSpPr>
          <p:spPr>
            <a:xfrm>
              <a:off x="2352310" y="2898233"/>
              <a:ext cx="1402703" cy="371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Foo.Mac.cs</a:t>
              </a: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2CC410-43A3-4AE9-819A-69067421A469}"/>
                </a:ext>
              </a:extLst>
            </p:cNvPr>
            <p:cNvSpPr/>
            <p:nvPr/>
          </p:nvSpPr>
          <p:spPr>
            <a:xfrm>
              <a:off x="2352309" y="3321213"/>
              <a:ext cx="1402704" cy="371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Foo.NetFX.cs</a:t>
              </a: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8E5AA2-6113-4267-8014-279019B11ACF}"/>
                </a:ext>
              </a:extLst>
            </p:cNvPr>
            <p:cNvSpPr/>
            <p:nvPr/>
          </p:nvSpPr>
          <p:spPr>
            <a:xfrm>
              <a:off x="2352309" y="3748678"/>
              <a:ext cx="1402704" cy="371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Foo.Core.cs</a:t>
              </a:r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25B1479-49EA-4FC0-9622-D958CE27B880}"/>
              </a:ext>
            </a:extLst>
          </p:cNvPr>
          <p:cNvGrpSpPr/>
          <p:nvPr/>
        </p:nvGrpSpPr>
        <p:grpSpPr>
          <a:xfrm>
            <a:off x="4885296" y="2390561"/>
            <a:ext cx="4734353" cy="1829514"/>
            <a:chOff x="4885296" y="2390561"/>
            <a:chExt cx="4734353" cy="1829514"/>
          </a:xfrm>
        </p:grpSpPr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3CFE32A8-568C-4286-9A29-E4C61D305F2E}"/>
                </a:ext>
              </a:extLst>
            </p:cNvPr>
            <p:cNvSpPr txBox="1">
              <a:spLocks/>
            </p:cNvSpPr>
            <p:nvPr/>
          </p:nvSpPr>
          <p:spPr>
            <a:xfrm>
              <a:off x="4885296" y="2390561"/>
              <a:ext cx="4734353" cy="18295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0" tIns="45720" rIns="0" bIns="45720" rtlCol="0">
              <a:norm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142EAF-1AFF-4A6D-91F5-233F2307B15A}"/>
                </a:ext>
              </a:extLst>
            </p:cNvPr>
            <p:cNvSpPr/>
            <p:nvPr/>
          </p:nvSpPr>
          <p:spPr>
            <a:xfrm>
              <a:off x="4969743" y="2470752"/>
              <a:ext cx="1278748" cy="1649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FOO Consumers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DC2FCA-F71E-4B77-9D43-2FCD02A808D4}"/>
                </a:ext>
              </a:extLst>
            </p:cNvPr>
            <p:cNvSpPr/>
            <p:nvPr/>
          </p:nvSpPr>
          <p:spPr>
            <a:xfrm>
              <a:off x="6640377" y="2470752"/>
              <a:ext cx="2929812" cy="371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IFoo</a:t>
              </a:r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2E5290A-4340-4BBC-A2EF-2F6E29328B05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6248491" y="2652532"/>
              <a:ext cx="391886" cy="39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F2615D1-F918-4A08-85A6-85CB97CFEA83}"/>
                </a:ext>
              </a:extLst>
            </p:cNvPr>
            <p:cNvSpPr/>
            <p:nvPr/>
          </p:nvSpPr>
          <p:spPr>
            <a:xfrm>
              <a:off x="6640377" y="3135462"/>
              <a:ext cx="1380930" cy="9847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Legacy FOO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ACFD724-9F55-4BD0-A939-B6A495390703}"/>
                </a:ext>
              </a:extLst>
            </p:cNvPr>
            <p:cNvSpPr/>
            <p:nvPr/>
          </p:nvSpPr>
          <p:spPr>
            <a:xfrm>
              <a:off x="8189259" y="3142531"/>
              <a:ext cx="1380930" cy="9847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New FOO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AD3B4D0-4CBC-490C-AFA7-F7338F1DEC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3504" y="2842254"/>
              <a:ext cx="6220" cy="300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4618B54-53A4-45AB-AFD6-C245D9A286B9}"/>
                </a:ext>
              </a:extLst>
            </p:cNvPr>
            <p:cNvCxnSpPr/>
            <p:nvPr/>
          </p:nvCxnSpPr>
          <p:spPr>
            <a:xfrm flipV="1">
              <a:off x="7325246" y="2835185"/>
              <a:ext cx="6220" cy="300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65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F62D579-CF08-4857-80F3-88D007424A57}"/>
              </a:ext>
            </a:extLst>
          </p:cNvPr>
          <p:cNvGrpSpPr/>
          <p:nvPr/>
        </p:nvGrpSpPr>
        <p:grpSpPr>
          <a:xfrm>
            <a:off x="1316244" y="2447967"/>
            <a:ext cx="5453596" cy="3215456"/>
            <a:chOff x="1316244" y="2447967"/>
            <a:chExt cx="5453596" cy="32154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26752D-4483-4341-9EBC-138B6B08AA29}"/>
                </a:ext>
              </a:extLst>
            </p:cNvPr>
            <p:cNvSpPr/>
            <p:nvPr/>
          </p:nvSpPr>
          <p:spPr>
            <a:xfrm>
              <a:off x="3505333" y="3444514"/>
              <a:ext cx="1697283" cy="491959"/>
            </a:xfrm>
            <a:prstGeom prst="rect">
              <a:avLst/>
            </a:prstGeom>
            <a:solidFill>
              <a:srgbClr val="9FCE4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UI Framework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0284161-343C-467E-BE6C-869C1C365234}"/>
                </a:ext>
              </a:extLst>
            </p:cNvPr>
            <p:cNvSpPr/>
            <p:nvPr/>
          </p:nvSpPr>
          <p:spPr>
            <a:xfrm>
              <a:off x="1316244" y="2447967"/>
              <a:ext cx="3886371" cy="57771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Excel Native Client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BE498A-C260-42BF-AFFF-FC5065F676F4}"/>
                </a:ext>
              </a:extLst>
            </p:cNvPr>
            <p:cNvSpPr/>
            <p:nvPr/>
          </p:nvSpPr>
          <p:spPr>
            <a:xfrm>
              <a:off x="1316244" y="3444512"/>
              <a:ext cx="1697284" cy="491960"/>
            </a:xfrm>
            <a:prstGeom prst="rect">
              <a:avLst/>
            </a:prstGeom>
            <a:solidFill>
              <a:srgbClr val="9FCE4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Data Access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ED4A8F-050C-4736-B447-B9314ADBCBAE}"/>
                </a:ext>
              </a:extLst>
            </p:cNvPr>
            <p:cNvSpPr/>
            <p:nvPr/>
          </p:nvSpPr>
          <p:spPr>
            <a:xfrm>
              <a:off x="1316244" y="4381893"/>
              <a:ext cx="3886371" cy="418054"/>
            </a:xfrm>
            <a:prstGeom prst="rect">
              <a:avLst/>
            </a:prstGeom>
            <a:solidFill>
              <a:srgbClr val="9FCE4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Engine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0E1692-747C-42DF-BE7A-B78E3A2E6372}"/>
                </a:ext>
              </a:extLst>
            </p:cNvPr>
            <p:cNvSpPr/>
            <p:nvPr/>
          </p:nvSpPr>
          <p:spPr>
            <a:xfrm>
              <a:off x="1316244" y="5245368"/>
              <a:ext cx="3886371" cy="418054"/>
            </a:xfrm>
            <a:prstGeom prst="rect">
              <a:avLst/>
            </a:prstGeom>
            <a:solidFill>
              <a:srgbClr val="9FCE4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Connectors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92FD9C-C015-475E-BDAC-15ED4A341598}"/>
                </a:ext>
              </a:extLst>
            </p:cNvPr>
            <p:cNvSpPr/>
            <p:nvPr/>
          </p:nvSpPr>
          <p:spPr>
            <a:xfrm rot="5400000">
              <a:off x="3993314" y="3823167"/>
              <a:ext cx="3215455" cy="465058"/>
            </a:xfrm>
            <a:prstGeom prst="rect">
              <a:avLst/>
            </a:prstGeom>
            <a:solidFill>
              <a:srgbClr val="9FCE42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Build &amp; Testing (ES)</a:t>
              </a:r>
            </a:p>
          </p:txBody>
        </p:sp>
        <p:sp>
          <p:nvSpPr>
            <p:cNvPr id="11" name="Arrow: Left-Right 10">
              <a:extLst>
                <a:ext uri="{FF2B5EF4-FFF2-40B4-BE49-F238E27FC236}">
                  <a16:creationId xmlns:a16="http://schemas.microsoft.com/office/drawing/2014/main" id="{391D6CF7-B7CE-47DB-A5EB-BFA780A912C1}"/>
                </a:ext>
              </a:extLst>
            </p:cNvPr>
            <p:cNvSpPr/>
            <p:nvPr/>
          </p:nvSpPr>
          <p:spPr>
            <a:xfrm rot="5400000">
              <a:off x="1959091" y="3098199"/>
              <a:ext cx="411587" cy="281042"/>
            </a:xfrm>
            <a:prstGeom prst="left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223E995D-824D-4F7F-8FB9-2C94D3DE86F8}"/>
                </a:ext>
              </a:extLst>
            </p:cNvPr>
            <p:cNvSpPr/>
            <p:nvPr/>
          </p:nvSpPr>
          <p:spPr>
            <a:xfrm rot="5400000">
              <a:off x="4116441" y="3098198"/>
              <a:ext cx="411587" cy="281042"/>
            </a:xfrm>
            <a:prstGeom prst="left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52F52494-6F0D-44E5-BFD8-8F6F17C9130D}"/>
                </a:ext>
              </a:extLst>
            </p:cNvPr>
            <p:cNvSpPr/>
            <p:nvPr/>
          </p:nvSpPr>
          <p:spPr>
            <a:xfrm rot="5400000">
              <a:off x="1959090" y="4018661"/>
              <a:ext cx="411587" cy="281042"/>
            </a:xfrm>
            <a:prstGeom prst="left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Left-Right 13">
              <a:extLst>
                <a:ext uri="{FF2B5EF4-FFF2-40B4-BE49-F238E27FC236}">
                  <a16:creationId xmlns:a16="http://schemas.microsoft.com/office/drawing/2014/main" id="{B449E80B-3431-4CED-BB07-C3DEE751DC80}"/>
                </a:ext>
              </a:extLst>
            </p:cNvPr>
            <p:cNvSpPr/>
            <p:nvPr/>
          </p:nvSpPr>
          <p:spPr>
            <a:xfrm rot="5400000">
              <a:off x="4116441" y="4035579"/>
              <a:ext cx="411587" cy="281042"/>
            </a:xfrm>
            <a:prstGeom prst="left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Left-Right 14">
              <a:extLst>
                <a:ext uri="{FF2B5EF4-FFF2-40B4-BE49-F238E27FC236}">
                  <a16:creationId xmlns:a16="http://schemas.microsoft.com/office/drawing/2014/main" id="{3C6C1751-4549-47EA-8114-395B5392613F}"/>
                </a:ext>
              </a:extLst>
            </p:cNvPr>
            <p:cNvSpPr/>
            <p:nvPr/>
          </p:nvSpPr>
          <p:spPr>
            <a:xfrm rot="10800000">
              <a:off x="3030496" y="3577470"/>
              <a:ext cx="474836" cy="252637"/>
            </a:xfrm>
            <a:prstGeom prst="left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Left-Right 15">
              <a:extLst>
                <a:ext uri="{FF2B5EF4-FFF2-40B4-BE49-F238E27FC236}">
                  <a16:creationId xmlns:a16="http://schemas.microsoft.com/office/drawing/2014/main" id="{F8E43E38-20DE-4E89-A85E-90F625DA7EAB}"/>
                </a:ext>
              </a:extLst>
            </p:cNvPr>
            <p:cNvSpPr/>
            <p:nvPr/>
          </p:nvSpPr>
          <p:spPr>
            <a:xfrm rot="5400000">
              <a:off x="3062120" y="4882137"/>
              <a:ext cx="411587" cy="281042"/>
            </a:xfrm>
            <a:prstGeom prst="left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C09FB76-AF0D-4EC8-8A6A-CD94A63ADCE4}"/>
                </a:ext>
              </a:extLst>
            </p:cNvPr>
            <p:cNvSpPr/>
            <p:nvPr/>
          </p:nvSpPr>
          <p:spPr>
            <a:xfrm>
              <a:off x="6108372" y="2447967"/>
              <a:ext cx="661468" cy="34033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C++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53CABE-0AD1-4BEB-8797-F0A6745581FE}"/>
                </a:ext>
              </a:extLst>
            </p:cNvPr>
            <p:cNvSpPr/>
            <p:nvPr/>
          </p:nvSpPr>
          <p:spPr>
            <a:xfrm>
              <a:off x="6108372" y="2932504"/>
              <a:ext cx="661468" cy="3403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16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C721D14-41EB-4438-9C03-1DF97CEE0A4B}"/>
              </a:ext>
            </a:extLst>
          </p:cNvPr>
          <p:cNvGrpSpPr/>
          <p:nvPr/>
        </p:nvGrpSpPr>
        <p:grpSpPr>
          <a:xfrm>
            <a:off x="2266484" y="1391769"/>
            <a:ext cx="6112927" cy="4648715"/>
            <a:chOff x="2266484" y="1391769"/>
            <a:chExt cx="6112927" cy="4648715"/>
          </a:xfrm>
        </p:grpSpPr>
        <p:cxnSp>
          <p:nvCxnSpPr>
            <p:cNvPr id="44" name="Straight Arrow Connector 16">
              <a:extLst>
                <a:ext uri="{FF2B5EF4-FFF2-40B4-BE49-F238E27FC236}">
                  <a16:creationId xmlns:a16="http://schemas.microsoft.com/office/drawing/2014/main" id="{9EF5E265-2538-4B4B-AD01-C7164FA94498}"/>
                </a:ext>
              </a:extLst>
            </p:cNvPr>
            <p:cNvCxnSpPr>
              <a:cxnSpLocks/>
              <a:endCxn id="67" idx="3"/>
            </p:cNvCxnSpPr>
            <p:nvPr/>
          </p:nvCxnSpPr>
          <p:spPr>
            <a:xfrm rot="5400000">
              <a:off x="6337341" y="3037650"/>
              <a:ext cx="1432845" cy="1205274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cxnSp>
          <p:nvCxnSpPr>
            <p:cNvPr id="45" name="Straight Arrow Connector 16">
              <a:extLst>
                <a:ext uri="{FF2B5EF4-FFF2-40B4-BE49-F238E27FC236}">
                  <a16:creationId xmlns:a16="http://schemas.microsoft.com/office/drawing/2014/main" id="{DA89380C-9D44-4DBD-AB3A-61D81D7A7880}"/>
                </a:ext>
              </a:extLst>
            </p:cNvPr>
            <p:cNvCxnSpPr>
              <a:cxnSpLocks/>
              <a:endCxn id="67" idx="1"/>
            </p:cNvCxnSpPr>
            <p:nvPr/>
          </p:nvCxnSpPr>
          <p:spPr>
            <a:xfrm rot="16200000" flipH="1">
              <a:off x="4132474" y="2916274"/>
              <a:ext cx="1483586" cy="1397285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cxnSp>
          <p:nvCxnSpPr>
            <p:cNvPr id="46" name="Straight Arrow Connector 16">
              <a:extLst>
                <a:ext uri="{FF2B5EF4-FFF2-40B4-BE49-F238E27FC236}">
                  <a16:creationId xmlns:a16="http://schemas.microsoft.com/office/drawing/2014/main" id="{8A688D3A-7296-414E-988A-4E09FAC2C185}"/>
                </a:ext>
              </a:extLst>
            </p:cNvPr>
            <p:cNvCxnSpPr>
              <a:cxnSpLocks/>
              <a:stCxn id="57" idx="2"/>
              <a:endCxn id="68" idx="1"/>
            </p:cNvCxnSpPr>
            <p:nvPr/>
          </p:nvCxnSpPr>
          <p:spPr>
            <a:xfrm rot="16200000" flipH="1">
              <a:off x="3490753" y="2584239"/>
              <a:ext cx="1771920" cy="2408962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cxnSp>
          <p:nvCxnSpPr>
            <p:cNvPr id="47" name="Straight Arrow Connector 16">
              <a:extLst>
                <a:ext uri="{FF2B5EF4-FFF2-40B4-BE49-F238E27FC236}">
                  <a16:creationId xmlns:a16="http://schemas.microsoft.com/office/drawing/2014/main" id="{B7B3C4E9-02C3-496C-A159-2D504EC2D5EF}"/>
                </a:ext>
              </a:extLst>
            </p:cNvPr>
            <p:cNvCxnSpPr>
              <a:cxnSpLocks/>
              <a:endCxn id="68" idx="3"/>
            </p:cNvCxnSpPr>
            <p:nvPr/>
          </p:nvCxnSpPr>
          <p:spPr>
            <a:xfrm rot="5400000">
              <a:off x="6296140" y="3094491"/>
              <a:ext cx="1743459" cy="1416918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cxnSp>
          <p:nvCxnSpPr>
            <p:cNvPr id="48" name="Straight Arrow Connector 16">
              <a:extLst>
                <a:ext uri="{FF2B5EF4-FFF2-40B4-BE49-F238E27FC236}">
                  <a16:creationId xmlns:a16="http://schemas.microsoft.com/office/drawing/2014/main" id="{CECD6747-2ACB-4F7B-BB56-FA91554C0769}"/>
                </a:ext>
              </a:extLst>
            </p:cNvPr>
            <p:cNvCxnSpPr>
              <a:cxnSpLocks/>
              <a:endCxn id="71" idx="3"/>
            </p:cNvCxnSpPr>
            <p:nvPr/>
          </p:nvCxnSpPr>
          <p:spPr>
            <a:xfrm rot="5400000">
              <a:off x="6383822" y="3345509"/>
              <a:ext cx="2076513" cy="1247938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cxnSp>
          <p:nvCxnSpPr>
            <p:cNvPr id="49" name="Straight Arrow Connector 16">
              <a:extLst>
                <a:ext uri="{FF2B5EF4-FFF2-40B4-BE49-F238E27FC236}">
                  <a16:creationId xmlns:a16="http://schemas.microsoft.com/office/drawing/2014/main" id="{8BBA9EF0-C51A-4469-A1AA-78F72B0EC91C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rot="16200000" flipH="1">
              <a:off x="3537859" y="3218615"/>
              <a:ext cx="2134608" cy="1443631"/>
            </a:xfrm>
            <a:prstGeom prst="bent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sp>
          <p:nvSpPr>
            <p:cNvPr id="50" name="Content Placeholder 57">
              <a:extLst>
                <a:ext uri="{FF2B5EF4-FFF2-40B4-BE49-F238E27FC236}">
                  <a16:creationId xmlns:a16="http://schemas.microsoft.com/office/drawing/2014/main" id="{289BA724-EEE6-4D3F-AC9E-27924CCEBD8F}"/>
                </a:ext>
              </a:extLst>
            </p:cNvPr>
            <p:cNvSpPr txBox="1">
              <a:spLocks/>
            </p:cNvSpPr>
            <p:nvPr/>
          </p:nvSpPr>
          <p:spPr>
            <a:xfrm>
              <a:off x="4444310" y="5603759"/>
              <a:ext cx="3506290" cy="436725"/>
            </a:xfrm>
            <a:prstGeom prst="rect">
              <a:avLst/>
            </a:prstGeom>
            <a:solidFill>
              <a:sysClr val="window" lastClr="FFFFFF"/>
            </a:solidFill>
            <a:ln w="158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vert="horz" lIns="0" tIns="45720" rIns="0" bIns="45720" rtlCol="0" anchor="ctr">
              <a:norm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-9144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99CB38"/>
                </a:buClr>
                <a:buSzPct val="100000"/>
                <a:buFont typeface="Calibri" panose="020F0502020204030204" pitchFamily="34" charset="0"/>
                <a:buChar char=" 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Arial" panose="020B0604020202020204" pitchFamily="34" charset="0"/>
                </a:rPr>
                <a:t>Dotnet Debugger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1" name="Straight Arrow Connector 16">
              <a:extLst>
                <a:ext uri="{FF2B5EF4-FFF2-40B4-BE49-F238E27FC236}">
                  <a16:creationId xmlns:a16="http://schemas.microsoft.com/office/drawing/2014/main" id="{55A963B4-0771-4A87-A992-88BFB50FF99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418994" y="5357935"/>
              <a:ext cx="487236" cy="804"/>
            </a:xfrm>
            <a:prstGeom prst="bentConnector3">
              <a:avLst>
                <a:gd name="adj1" fmla="val 50000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cxnSp>
          <p:nvCxnSpPr>
            <p:cNvPr id="52" name="Straight Arrow Connector 16">
              <a:extLst>
                <a:ext uri="{FF2B5EF4-FFF2-40B4-BE49-F238E27FC236}">
                  <a16:creationId xmlns:a16="http://schemas.microsoft.com/office/drawing/2014/main" id="{06352BE3-8990-4C76-BC64-1D1ABE7D3FA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216194" y="5357935"/>
              <a:ext cx="487236" cy="804"/>
            </a:xfrm>
            <a:prstGeom prst="bentConnector3">
              <a:avLst>
                <a:gd name="adj1" fmla="val 50000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91417B6-BF23-426F-9A2D-C85EB165801C}"/>
                </a:ext>
              </a:extLst>
            </p:cNvPr>
            <p:cNvGrpSpPr/>
            <p:nvPr/>
          </p:nvGrpSpPr>
          <p:grpSpPr>
            <a:xfrm>
              <a:off x="2266484" y="1391769"/>
              <a:ext cx="2496943" cy="1658401"/>
              <a:chOff x="6333808" y="1440510"/>
              <a:chExt cx="2496943" cy="1658401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3D6BD53-85E3-49D5-93D0-CF1AFBA14633}"/>
                  </a:ext>
                </a:extLst>
              </p:cNvPr>
              <p:cNvSpPr/>
              <p:nvPr/>
            </p:nvSpPr>
            <p:spPr>
              <a:xfrm>
                <a:off x="6333808" y="1440510"/>
                <a:ext cx="2496943" cy="1658401"/>
              </a:xfrm>
              <a:prstGeom prst="rect">
                <a:avLst/>
              </a:prstGeom>
              <a:solidFill>
                <a:sysClr val="window" lastClr="FFFFFF"/>
              </a:solidFill>
              <a:ln w="15875" cap="flat" cmpd="sng" algn="ctr">
                <a:solidFill>
                  <a:srgbClr val="99CB38"/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Sandbox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62940B9-8407-45DA-8E40-B5EB90EC23A8}"/>
                  </a:ext>
                </a:extLst>
              </p:cNvPr>
              <p:cNvSpPr/>
              <p:nvPr/>
            </p:nvSpPr>
            <p:spPr>
              <a:xfrm>
                <a:off x="6675247" y="1737794"/>
                <a:ext cx="1986087" cy="1307066"/>
              </a:xfrm>
              <a:prstGeom prst="rect">
                <a:avLst/>
              </a:prstGeom>
              <a:solidFill>
                <a:sysClr val="window" lastClr="FFFFFF"/>
              </a:solidFill>
              <a:ln w="158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Excel</a:t>
                </a:r>
                <a:b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</a:br>
                <a:r>
                  <a: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C++</a:t>
                </a: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44861EE-D084-45DB-99A1-D2B4C61D7A89}"/>
                  </a:ext>
                </a:extLst>
              </p:cNvPr>
              <p:cNvSpPr/>
              <p:nvPr/>
            </p:nvSpPr>
            <p:spPr>
              <a:xfrm>
                <a:off x="6793859" y="2337278"/>
                <a:ext cx="891393" cy="614223"/>
              </a:xfrm>
              <a:prstGeom prst="rect">
                <a:avLst/>
              </a:prstGeom>
              <a:solidFill>
                <a:sysClr val="window" lastClr="FFFFFF"/>
              </a:solidFill>
              <a:ln w="158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Mashup Client </a:t>
                </a: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C#</a:t>
                </a: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6BB7C63-924E-4AF1-A84A-796F6CA5A6B0}"/>
                  </a:ext>
                </a:extLst>
              </p:cNvPr>
              <p:cNvSpPr/>
              <p:nvPr/>
            </p:nvSpPr>
            <p:spPr>
              <a:xfrm>
                <a:off x="7726954" y="2483978"/>
                <a:ext cx="895067" cy="469885"/>
              </a:xfrm>
              <a:prstGeom prst="rect">
                <a:avLst/>
              </a:prstGeom>
              <a:solidFill>
                <a:sysClr val="window" lastClr="FFFFFF"/>
              </a:solidFill>
              <a:ln w="158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Interop </a:t>
                </a:r>
                <a:r>
                  <a:rPr kumimoji="0" lang="en-US" sz="80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CoreFoundation</a:t>
                </a: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rPr>
                  <a:t>C#</a:t>
                </a: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40DA8D6-46DC-42B2-8B7B-7F68B887D355}"/>
                </a:ext>
              </a:extLst>
            </p:cNvPr>
            <p:cNvGrpSpPr/>
            <p:nvPr/>
          </p:nvGrpSpPr>
          <p:grpSpPr>
            <a:xfrm>
              <a:off x="4643189" y="1672575"/>
              <a:ext cx="3736222" cy="3630464"/>
              <a:chOff x="7847952" y="1750950"/>
              <a:chExt cx="3736222" cy="3630464"/>
            </a:xfrm>
          </p:grpSpPr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E3DAFF90-0E01-4861-AE61-7B79D1F31E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952" y="2718968"/>
                <a:ext cx="1577696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headEnd type="none"/>
                <a:tailEnd type="triangle"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p:spPr>
          </p:cxn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F816702-783D-4869-B0BC-86C6CBC0F816}"/>
                  </a:ext>
                </a:extLst>
              </p:cNvPr>
              <p:cNvGrpSpPr/>
              <p:nvPr/>
            </p:nvGrpSpPr>
            <p:grpSpPr>
              <a:xfrm>
                <a:off x="9462555" y="1750950"/>
                <a:ext cx="2121619" cy="1347962"/>
                <a:chOff x="9462555" y="1750950"/>
                <a:chExt cx="2121619" cy="1347962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C621461-841E-4FF5-8910-B409775C40A2}"/>
                    </a:ext>
                  </a:extLst>
                </p:cNvPr>
                <p:cNvSpPr/>
                <p:nvPr/>
              </p:nvSpPr>
              <p:spPr>
                <a:xfrm>
                  <a:off x="9532927" y="1750950"/>
                  <a:ext cx="2051247" cy="1287411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rgbClr val="99CB3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8C974B84-783A-45BF-AEE4-D97AB20E13F7}"/>
                    </a:ext>
                  </a:extLst>
                </p:cNvPr>
                <p:cNvSpPr/>
                <p:nvPr/>
              </p:nvSpPr>
              <p:spPr>
                <a:xfrm>
                  <a:off x="9491225" y="1795319"/>
                  <a:ext cx="2051247" cy="1266740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rgbClr val="99CB38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921E0B7-5CD3-44AD-8D5F-5D6B06F9AC35}"/>
                    </a:ext>
                  </a:extLst>
                </p:cNvPr>
                <p:cNvSpPr/>
                <p:nvPr/>
              </p:nvSpPr>
              <p:spPr>
                <a:xfrm>
                  <a:off x="9462555" y="1839700"/>
                  <a:ext cx="2051247" cy="1259212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rgbClr val="99CB38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Sandbox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D301517-FFCB-4DF3-9A02-EC44D244CA54}"/>
                    </a:ext>
                  </a:extLst>
                </p:cNvPr>
                <p:cNvSpPr/>
                <p:nvPr/>
              </p:nvSpPr>
              <p:spPr>
                <a:xfrm>
                  <a:off x="10494659" y="2393571"/>
                  <a:ext cx="974568" cy="614222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Mashup Engine </a:t>
                  </a:r>
                  <a:r>
                    <a:rPr kumimoji="0" 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C#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E3EB0ACE-4533-48BB-95DA-87A420B86C23}"/>
                    </a:ext>
                  </a:extLst>
                </p:cNvPr>
                <p:cNvSpPr/>
                <p:nvPr/>
              </p:nvSpPr>
              <p:spPr>
                <a:xfrm>
                  <a:off x="9559546" y="2459997"/>
                  <a:ext cx="895067" cy="469885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Interop </a:t>
                  </a:r>
                  <a:r>
                    <a:rPr kumimoji="0" lang="en-US" sz="800" b="1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CoreFoundation</a:t>
                  </a:r>
                  <a:r>
                    <a:rPr kumimoji="0" lang="en-US" sz="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kumimoji="0" lang="en-US" sz="5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C#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0DEAB637-8A70-4F70-965A-9B9324301468}"/>
                  </a:ext>
                </a:extLst>
              </p:cNvPr>
              <p:cNvGrpSpPr/>
              <p:nvPr/>
            </p:nvGrpSpPr>
            <p:grpSpPr>
              <a:xfrm>
                <a:off x="8305800" y="3188438"/>
                <a:ext cx="1878765" cy="2192976"/>
                <a:chOff x="8305800" y="3188438"/>
                <a:chExt cx="1878765" cy="2192976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1F5F0590-8836-4638-93FD-776C078AA92E}"/>
                    </a:ext>
                  </a:extLst>
                </p:cNvPr>
                <p:cNvSpPr/>
                <p:nvPr/>
              </p:nvSpPr>
              <p:spPr>
                <a:xfrm>
                  <a:off x="8305800" y="3188438"/>
                  <a:ext cx="1878765" cy="2192976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rgbClr val="37A76F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File System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9F085C8A-453E-4CB4-8FF6-C388ECC34006}"/>
                    </a:ext>
                  </a:extLst>
                </p:cNvPr>
                <p:cNvSpPr/>
                <p:nvPr/>
              </p:nvSpPr>
              <p:spPr>
                <a:xfrm>
                  <a:off x="8427720" y="4050720"/>
                  <a:ext cx="1691639" cy="1229940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Application Group Folder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3AEDF9F9-F0BF-4A36-9437-A91076D1B6AF}"/>
                    </a:ext>
                  </a:extLst>
                </p:cNvPr>
                <p:cNvSpPr/>
                <p:nvPr/>
              </p:nvSpPr>
              <p:spPr>
                <a:xfrm>
                  <a:off x="8777673" y="4317240"/>
                  <a:ext cx="878216" cy="235690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Named Pipes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E16AD1E0-F22C-41F6-A239-0051EA9D306A}"/>
                    </a:ext>
                  </a:extLst>
                </p:cNvPr>
                <p:cNvSpPr/>
                <p:nvPr/>
              </p:nvSpPr>
              <p:spPr>
                <a:xfrm>
                  <a:off x="8785957" y="4635210"/>
                  <a:ext cx="878216" cy="235690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Mutex Locks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F998CD25-8268-4CA6-8835-79E57D64722B}"/>
                    </a:ext>
                  </a:extLst>
                </p:cNvPr>
                <p:cNvSpPr/>
                <p:nvPr/>
              </p:nvSpPr>
              <p:spPr>
                <a:xfrm>
                  <a:off x="8531742" y="4968265"/>
                  <a:ext cx="670463" cy="235690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Dbg</a:t>
                  </a: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 Pipe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12224707-29A8-47FC-B211-F6736B79E036}"/>
                    </a:ext>
                  </a:extLst>
                </p:cNvPr>
                <p:cNvSpPr/>
                <p:nvPr/>
              </p:nvSpPr>
              <p:spPr>
                <a:xfrm>
                  <a:off x="9332409" y="4968265"/>
                  <a:ext cx="670463" cy="235690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Dbg</a:t>
                  </a: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 Pipe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1EB6E0B-F12F-4EA4-975D-972CF415304F}"/>
                    </a:ext>
                  </a:extLst>
                </p:cNvPr>
                <p:cNvSpPr/>
                <p:nvPr/>
              </p:nvSpPr>
              <p:spPr>
                <a:xfrm>
                  <a:off x="8429085" y="3527479"/>
                  <a:ext cx="1691639" cy="430286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User Documents</a:t>
                  </a:r>
                  <a:endParaRPr kumimoji="0" lang="en-US" sz="105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F90AC2A9-E23E-42BA-9FBA-45566DD785C1}"/>
                    </a:ext>
                  </a:extLst>
                </p:cNvPr>
                <p:cNvSpPr/>
                <p:nvPr/>
              </p:nvSpPr>
              <p:spPr>
                <a:xfrm>
                  <a:off x="8898989" y="3731016"/>
                  <a:ext cx="670463" cy="192212"/>
                </a:xfrm>
                <a:prstGeom prst="rect">
                  <a:avLst/>
                </a:prstGeom>
                <a:solidFill>
                  <a:sysClr val="window" lastClr="FFFFFF"/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Arial" panose="020B0604020202020204" pitchFamily="34" charset="0"/>
                    </a:rPr>
                    <a:t>File</a:t>
                  </a:r>
                  <a:endPara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1" name="TextBox 14">
              <a:extLst>
                <a:ext uri="{FF2B5EF4-FFF2-40B4-BE49-F238E27FC236}">
                  <a16:creationId xmlns:a16="http://schemas.microsoft.com/office/drawing/2014/main" id="{15196294-5DB3-42D9-A846-F9F7E4D5020D}"/>
                </a:ext>
              </a:extLst>
            </p:cNvPr>
            <p:cNvSpPr txBox="1"/>
            <p:nvPr/>
          </p:nvSpPr>
          <p:spPr>
            <a:xfrm rot="2312847">
              <a:off x="4533862" y="3115052"/>
              <a:ext cx="1216870" cy="2665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en-US" sz="700" err="1">
                  <a:solidFill>
                    <a:srgbClr val="000000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CFURLCreateBookmarkData</a:t>
              </a:r>
              <a:endParaRPr lang="en-US" sz="1100">
                <a:solidFill>
                  <a:prstClr val="black"/>
                </a:solidFill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4029E31-83F5-476E-95F6-A5967DDC6D6B}"/>
                </a:ext>
              </a:extLst>
            </p:cNvPr>
            <p:cNvCxnSpPr>
              <a:cxnSpLocks/>
            </p:cNvCxnSpPr>
            <p:nvPr/>
          </p:nvCxnSpPr>
          <p:spPr>
            <a:xfrm rot="21171435">
              <a:off x="4697548" y="2839261"/>
              <a:ext cx="895067" cy="93020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none"/>
              <a:tailEnd type="triangl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sp>
          <p:nvSpPr>
            <p:cNvPr id="83" name="TextBox 14">
              <a:extLst>
                <a:ext uri="{FF2B5EF4-FFF2-40B4-BE49-F238E27FC236}">
                  <a16:creationId xmlns:a16="http://schemas.microsoft.com/office/drawing/2014/main" id="{D3F5DEC5-E6B8-4A72-B410-D0B681CF9FD7}"/>
                </a:ext>
              </a:extLst>
            </p:cNvPr>
            <p:cNvSpPr txBox="1"/>
            <p:nvPr/>
          </p:nvSpPr>
          <p:spPr>
            <a:xfrm rot="18521179">
              <a:off x="6047342" y="2961772"/>
              <a:ext cx="1667574" cy="2665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600" err="1">
                  <a:solidFill>
                    <a:srgbClr val="000000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CFURLCreateByResolvingBookmarkData</a:t>
              </a:r>
              <a:endParaRPr lang="en-US" sz="1050">
                <a:solidFill>
                  <a:prstClr val="black"/>
                </a:solidFill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4CE1392-B054-4BD8-9C0A-AEA7CEE80AF9}"/>
                </a:ext>
              </a:extLst>
            </p:cNvPr>
            <p:cNvCxnSpPr>
              <a:cxnSpLocks/>
            </p:cNvCxnSpPr>
            <p:nvPr/>
          </p:nvCxnSpPr>
          <p:spPr>
            <a:xfrm rot="15779767">
              <a:off x="6348780" y="2803202"/>
              <a:ext cx="895067" cy="93020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none"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p:spPr>
        </p:cxnSp>
        <p:sp>
          <p:nvSpPr>
            <p:cNvPr id="85" name="TextBox 14">
              <a:extLst>
                <a:ext uri="{FF2B5EF4-FFF2-40B4-BE49-F238E27FC236}">
                  <a16:creationId xmlns:a16="http://schemas.microsoft.com/office/drawing/2014/main" id="{67074F59-A07D-46CF-95A5-9CA199CCFE63}"/>
                </a:ext>
              </a:extLst>
            </p:cNvPr>
            <p:cNvSpPr txBox="1"/>
            <p:nvPr/>
          </p:nvSpPr>
          <p:spPr>
            <a:xfrm rot="26589">
              <a:off x="4643748" y="2455531"/>
              <a:ext cx="1671426" cy="1509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700" dirty="0" err="1">
                  <a:solidFill>
                    <a:srgbClr val="000000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NSWorkspace</a:t>
              </a:r>
              <a:r>
                <a:rPr lang="en-US" sz="700" dirty="0">
                  <a:solidFill>
                    <a:srgbClr val="000000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700" dirty="0" err="1">
                  <a:solidFill>
                    <a:srgbClr val="000000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launchApplicationAtUrl</a:t>
              </a:r>
              <a:endParaRPr lang="en-US" sz="1100" dirty="0">
                <a:solidFill>
                  <a:prstClr val="black"/>
                </a:solidFill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1966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93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Retrospect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Oded Hanson</dc:creator>
  <cp:lastModifiedBy>Oded Hanson</cp:lastModifiedBy>
  <cp:revision>6</cp:revision>
  <dcterms:created xsi:type="dcterms:W3CDTF">2020-04-02T12:22:38Z</dcterms:created>
  <dcterms:modified xsi:type="dcterms:W3CDTF">2020-04-05T17:53:33Z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odhanson@microsoft.com</vt:lpwstr>
  </property>
  <property fmtid="{D5CDD505-2E9C-101B-9397-08002B2CF9AE}" pid="5" name="MSIP_Label_f42aa342-8706-4288-bd11-ebb85995028c_SetDate">
    <vt:lpwstr>2020-04-02T12:25:58.5380980Z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58cf0e53-8fdb-4d7b-9284-128c72b2fb39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