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"/>
  </p:handout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4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P:\blog\2020\06-Jun\netstandard-update\NetStandard20Adop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P:\blog\2020\06-Jun\netstandard-update\NetStandard20Adop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3200"/>
              <a:t>#Top 1,000 Packages supporting .NET Standard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'Top 1000'!$C$1</c:f>
              <c:strCache>
                <c:ptCount val="1"/>
                <c:pt idx="0">
                  <c:v>ConvertedPackagesCumulative</c:v>
                </c:pt>
              </c:strCache>
            </c:strRef>
          </c:tx>
          <c:spPr>
            <a:ln w="34925" cap="rnd">
              <a:solidFill>
                <a:srgbClr val="FF00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'Top 1000'!$A$2:$A$142</c:f>
              <c:numCache>
                <c:formatCode>m/d/yyyy</c:formatCode>
                <c:ptCount val="141"/>
                <c:pt idx="0">
                  <c:v>42474.056668113422</c:v>
                </c:pt>
                <c:pt idx="1">
                  <c:v>42495.056668113422</c:v>
                </c:pt>
                <c:pt idx="2">
                  <c:v>42502.056668113422</c:v>
                </c:pt>
                <c:pt idx="3">
                  <c:v>42509.056668113422</c:v>
                </c:pt>
                <c:pt idx="4">
                  <c:v>42516.056668113422</c:v>
                </c:pt>
                <c:pt idx="5">
                  <c:v>42523.056668113422</c:v>
                </c:pt>
                <c:pt idx="6">
                  <c:v>42530.056668113422</c:v>
                </c:pt>
                <c:pt idx="7">
                  <c:v>42537.056668113422</c:v>
                </c:pt>
                <c:pt idx="8">
                  <c:v>42544.056668113422</c:v>
                </c:pt>
                <c:pt idx="9">
                  <c:v>42551.056668113422</c:v>
                </c:pt>
                <c:pt idx="10">
                  <c:v>42558.056668113422</c:v>
                </c:pt>
                <c:pt idx="11">
                  <c:v>42565.056668113422</c:v>
                </c:pt>
                <c:pt idx="12">
                  <c:v>42572.056668113422</c:v>
                </c:pt>
                <c:pt idx="13">
                  <c:v>42579.056668113422</c:v>
                </c:pt>
                <c:pt idx="14">
                  <c:v>42586.056668113422</c:v>
                </c:pt>
                <c:pt idx="15">
                  <c:v>42593.056668113422</c:v>
                </c:pt>
                <c:pt idx="16">
                  <c:v>42600.056668113422</c:v>
                </c:pt>
                <c:pt idx="17">
                  <c:v>42607.056668113422</c:v>
                </c:pt>
                <c:pt idx="18">
                  <c:v>42614.056668113422</c:v>
                </c:pt>
                <c:pt idx="19">
                  <c:v>42621.056668113422</c:v>
                </c:pt>
                <c:pt idx="20">
                  <c:v>42628.056668113422</c:v>
                </c:pt>
                <c:pt idx="21">
                  <c:v>42635.056668113422</c:v>
                </c:pt>
                <c:pt idx="22">
                  <c:v>42642.056668113422</c:v>
                </c:pt>
                <c:pt idx="23">
                  <c:v>42649.056668113422</c:v>
                </c:pt>
                <c:pt idx="24">
                  <c:v>42656.056668113422</c:v>
                </c:pt>
                <c:pt idx="25">
                  <c:v>42663.056668113422</c:v>
                </c:pt>
                <c:pt idx="26">
                  <c:v>42670.056668113422</c:v>
                </c:pt>
                <c:pt idx="27">
                  <c:v>42677.056668113422</c:v>
                </c:pt>
                <c:pt idx="28">
                  <c:v>42684.056668113422</c:v>
                </c:pt>
                <c:pt idx="29">
                  <c:v>42691.056668113422</c:v>
                </c:pt>
                <c:pt idx="30">
                  <c:v>42698.056668113422</c:v>
                </c:pt>
                <c:pt idx="31">
                  <c:v>42705.056668113422</c:v>
                </c:pt>
                <c:pt idx="32">
                  <c:v>42712.056668113422</c:v>
                </c:pt>
                <c:pt idx="33">
                  <c:v>42719.056668113422</c:v>
                </c:pt>
                <c:pt idx="34">
                  <c:v>42726.056668113422</c:v>
                </c:pt>
                <c:pt idx="35">
                  <c:v>42733.056668113422</c:v>
                </c:pt>
                <c:pt idx="36">
                  <c:v>42740.056668113422</c:v>
                </c:pt>
                <c:pt idx="37">
                  <c:v>42747.056668113422</c:v>
                </c:pt>
                <c:pt idx="38">
                  <c:v>42754.056668113422</c:v>
                </c:pt>
                <c:pt idx="39">
                  <c:v>42761.056668113422</c:v>
                </c:pt>
                <c:pt idx="40">
                  <c:v>42768.056668113422</c:v>
                </c:pt>
                <c:pt idx="41">
                  <c:v>42775.056668113422</c:v>
                </c:pt>
                <c:pt idx="42">
                  <c:v>42782.056668113422</c:v>
                </c:pt>
                <c:pt idx="43">
                  <c:v>42789.056668113422</c:v>
                </c:pt>
                <c:pt idx="44">
                  <c:v>42796.056668113422</c:v>
                </c:pt>
                <c:pt idx="45">
                  <c:v>42803.056668113422</c:v>
                </c:pt>
                <c:pt idx="46">
                  <c:v>42810.056668113422</c:v>
                </c:pt>
                <c:pt idx="47">
                  <c:v>42817.056668113422</c:v>
                </c:pt>
                <c:pt idx="48">
                  <c:v>42824.056668113422</c:v>
                </c:pt>
                <c:pt idx="49">
                  <c:v>42831.056668113422</c:v>
                </c:pt>
                <c:pt idx="50">
                  <c:v>42838.056668113422</c:v>
                </c:pt>
                <c:pt idx="51">
                  <c:v>42845.056668113422</c:v>
                </c:pt>
                <c:pt idx="52">
                  <c:v>42852.056668113422</c:v>
                </c:pt>
                <c:pt idx="53">
                  <c:v>42859.056668113422</c:v>
                </c:pt>
                <c:pt idx="54">
                  <c:v>42866.056668113422</c:v>
                </c:pt>
                <c:pt idx="55">
                  <c:v>42873.056668113422</c:v>
                </c:pt>
                <c:pt idx="56">
                  <c:v>42880.056668113422</c:v>
                </c:pt>
                <c:pt idx="57">
                  <c:v>42887.056668113422</c:v>
                </c:pt>
                <c:pt idx="58">
                  <c:v>42894.056668113422</c:v>
                </c:pt>
                <c:pt idx="59">
                  <c:v>42901.056668113422</c:v>
                </c:pt>
                <c:pt idx="60">
                  <c:v>42908.056668113422</c:v>
                </c:pt>
                <c:pt idx="61">
                  <c:v>42922.056668113422</c:v>
                </c:pt>
                <c:pt idx="62">
                  <c:v>42936.056668113422</c:v>
                </c:pt>
                <c:pt idx="63">
                  <c:v>42943.056668113422</c:v>
                </c:pt>
                <c:pt idx="64">
                  <c:v>42950.056668113422</c:v>
                </c:pt>
                <c:pt idx="65">
                  <c:v>42957.056668113422</c:v>
                </c:pt>
                <c:pt idx="66">
                  <c:v>42964.056668113422</c:v>
                </c:pt>
                <c:pt idx="67">
                  <c:v>42971.056668113422</c:v>
                </c:pt>
                <c:pt idx="68">
                  <c:v>42978.056668113422</c:v>
                </c:pt>
                <c:pt idx="69">
                  <c:v>42985.056668113422</c:v>
                </c:pt>
                <c:pt idx="70">
                  <c:v>42992.056668113422</c:v>
                </c:pt>
                <c:pt idx="71">
                  <c:v>42999.056668113422</c:v>
                </c:pt>
                <c:pt idx="72">
                  <c:v>43006.056668113422</c:v>
                </c:pt>
                <c:pt idx="73">
                  <c:v>43013.056668113422</c:v>
                </c:pt>
                <c:pt idx="74">
                  <c:v>43020.056668113422</c:v>
                </c:pt>
                <c:pt idx="75">
                  <c:v>43027.056668113422</c:v>
                </c:pt>
                <c:pt idx="76">
                  <c:v>43034.056668113422</c:v>
                </c:pt>
                <c:pt idx="77">
                  <c:v>43041.056668113422</c:v>
                </c:pt>
                <c:pt idx="78">
                  <c:v>43048.056668113422</c:v>
                </c:pt>
                <c:pt idx="79">
                  <c:v>43055.056668113422</c:v>
                </c:pt>
                <c:pt idx="80">
                  <c:v>43062.056668113422</c:v>
                </c:pt>
                <c:pt idx="81">
                  <c:v>43069.056668113422</c:v>
                </c:pt>
                <c:pt idx="82">
                  <c:v>43076.056668113422</c:v>
                </c:pt>
                <c:pt idx="83">
                  <c:v>43083.056668113422</c:v>
                </c:pt>
                <c:pt idx="84">
                  <c:v>43104.056668113422</c:v>
                </c:pt>
                <c:pt idx="85">
                  <c:v>43111.056668113422</c:v>
                </c:pt>
                <c:pt idx="86">
                  <c:v>43118.056668113422</c:v>
                </c:pt>
                <c:pt idx="87">
                  <c:v>43125.056668113422</c:v>
                </c:pt>
                <c:pt idx="88">
                  <c:v>43132.056668113422</c:v>
                </c:pt>
                <c:pt idx="89">
                  <c:v>43139.056668113422</c:v>
                </c:pt>
                <c:pt idx="90">
                  <c:v>43153.056668113422</c:v>
                </c:pt>
                <c:pt idx="91">
                  <c:v>43160.056668113422</c:v>
                </c:pt>
                <c:pt idx="92">
                  <c:v>43167.056668113422</c:v>
                </c:pt>
                <c:pt idx="93">
                  <c:v>43174.056668113422</c:v>
                </c:pt>
                <c:pt idx="94">
                  <c:v>43181.056668113422</c:v>
                </c:pt>
                <c:pt idx="95">
                  <c:v>43188.056668113422</c:v>
                </c:pt>
                <c:pt idx="96">
                  <c:v>43195.056668113422</c:v>
                </c:pt>
                <c:pt idx="97">
                  <c:v>43202.056668113422</c:v>
                </c:pt>
                <c:pt idx="98">
                  <c:v>43209.056668113422</c:v>
                </c:pt>
                <c:pt idx="99">
                  <c:v>43216.056668113422</c:v>
                </c:pt>
                <c:pt idx="100">
                  <c:v>43237.056668113422</c:v>
                </c:pt>
                <c:pt idx="101">
                  <c:v>43244.056668113422</c:v>
                </c:pt>
                <c:pt idx="102">
                  <c:v>43251.056668113422</c:v>
                </c:pt>
                <c:pt idx="103">
                  <c:v>43258.056668113422</c:v>
                </c:pt>
                <c:pt idx="104">
                  <c:v>43265.056668113422</c:v>
                </c:pt>
                <c:pt idx="105">
                  <c:v>43272.056668113422</c:v>
                </c:pt>
                <c:pt idx="106">
                  <c:v>43279.056668113422</c:v>
                </c:pt>
                <c:pt idx="107">
                  <c:v>43286.056668113422</c:v>
                </c:pt>
                <c:pt idx="108">
                  <c:v>43293.056668113422</c:v>
                </c:pt>
                <c:pt idx="109">
                  <c:v>43300.056668113422</c:v>
                </c:pt>
                <c:pt idx="110">
                  <c:v>43307.056668113422</c:v>
                </c:pt>
                <c:pt idx="111">
                  <c:v>43321.056668113422</c:v>
                </c:pt>
                <c:pt idx="112">
                  <c:v>43335.056668113422</c:v>
                </c:pt>
                <c:pt idx="113">
                  <c:v>43363.056668113422</c:v>
                </c:pt>
                <c:pt idx="114">
                  <c:v>43370.056668113422</c:v>
                </c:pt>
                <c:pt idx="115">
                  <c:v>43398.056668113422</c:v>
                </c:pt>
                <c:pt idx="116">
                  <c:v>43412.056668113422</c:v>
                </c:pt>
                <c:pt idx="117">
                  <c:v>43419.056668113422</c:v>
                </c:pt>
                <c:pt idx="118">
                  <c:v>43426.056668113422</c:v>
                </c:pt>
                <c:pt idx="119">
                  <c:v>43433.056668113422</c:v>
                </c:pt>
                <c:pt idx="120">
                  <c:v>43447.056668113422</c:v>
                </c:pt>
                <c:pt idx="121">
                  <c:v>43489.056668113422</c:v>
                </c:pt>
                <c:pt idx="122">
                  <c:v>43503.056668113422</c:v>
                </c:pt>
                <c:pt idx="123">
                  <c:v>43510.056668113422</c:v>
                </c:pt>
                <c:pt idx="124">
                  <c:v>43524.056668113422</c:v>
                </c:pt>
                <c:pt idx="125">
                  <c:v>43552.056668113422</c:v>
                </c:pt>
                <c:pt idx="126">
                  <c:v>43559.056668113422</c:v>
                </c:pt>
                <c:pt idx="127">
                  <c:v>43566.056668113422</c:v>
                </c:pt>
                <c:pt idx="128">
                  <c:v>43601.056668113422</c:v>
                </c:pt>
                <c:pt idx="129">
                  <c:v>43615.056668113422</c:v>
                </c:pt>
                <c:pt idx="130">
                  <c:v>43636.056668113422</c:v>
                </c:pt>
                <c:pt idx="131">
                  <c:v>43643.056668113422</c:v>
                </c:pt>
                <c:pt idx="132">
                  <c:v>43657.056668113422</c:v>
                </c:pt>
                <c:pt idx="133">
                  <c:v>43664.056668113422</c:v>
                </c:pt>
                <c:pt idx="134">
                  <c:v>43692.056668113422</c:v>
                </c:pt>
                <c:pt idx="135">
                  <c:v>43741.056668113422</c:v>
                </c:pt>
                <c:pt idx="136">
                  <c:v>43755.056668113422</c:v>
                </c:pt>
                <c:pt idx="137">
                  <c:v>43769.056668113422</c:v>
                </c:pt>
                <c:pt idx="138">
                  <c:v>43853.056668113422</c:v>
                </c:pt>
                <c:pt idx="139">
                  <c:v>43951.056668113422</c:v>
                </c:pt>
                <c:pt idx="140">
                  <c:v>43965.056668113422</c:v>
                </c:pt>
              </c:numCache>
            </c:numRef>
          </c:cat>
          <c:val>
            <c:numRef>
              <c:f>'Top 1000'!$C$2:$C$142</c:f>
              <c:numCache>
                <c:formatCode>General</c:formatCode>
                <c:ptCount val="141"/>
                <c:pt idx="0">
                  <c:v>1</c:v>
                </c:pt>
                <c:pt idx="1">
                  <c:v>3</c:v>
                </c:pt>
                <c:pt idx="2">
                  <c:v>40</c:v>
                </c:pt>
                <c:pt idx="3">
                  <c:v>68</c:v>
                </c:pt>
                <c:pt idx="4">
                  <c:v>96</c:v>
                </c:pt>
                <c:pt idx="5">
                  <c:v>107</c:v>
                </c:pt>
                <c:pt idx="6">
                  <c:v>111</c:v>
                </c:pt>
                <c:pt idx="7">
                  <c:v>122</c:v>
                </c:pt>
                <c:pt idx="8">
                  <c:v>143</c:v>
                </c:pt>
                <c:pt idx="9">
                  <c:v>196</c:v>
                </c:pt>
                <c:pt idx="10">
                  <c:v>208</c:v>
                </c:pt>
                <c:pt idx="11">
                  <c:v>218</c:v>
                </c:pt>
                <c:pt idx="12">
                  <c:v>226</c:v>
                </c:pt>
                <c:pt idx="13">
                  <c:v>239</c:v>
                </c:pt>
                <c:pt idx="14">
                  <c:v>262</c:v>
                </c:pt>
                <c:pt idx="15">
                  <c:v>267</c:v>
                </c:pt>
                <c:pt idx="16">
                  <c:v>276</c:v>
                </c:pt>
                <c:pt idx="17">
                  <c:v>282</c:v>
                </c:pt>
                <c:pt idx="18">
                  <c:v>295</c:v>
                </c:pt>
                <c:pt idx="19">
                  <c:v>303</c:v>
                </c:pt>
                <c:pt idx="20">
                  <c:v>307</c:v>
                </c:pt>
                <c:pt idx="21">
                  <c:v>313</c:v>
                </c:pt>
                <c:pt idx="22">
                  <c:v>318</c:v>
                </c:pt>
                <c:pt idx="23">
                  <c:v>323</c:v>
                </c:pt>
                <c:pt idx="24">
                  <c:v>325</c:v>
                </c:pt>
                <c:pt idx="25">
                  <c:v>332</c:v>
                </c:pt>
                <c:pt idx="26">
                  <c:v>334</c:v>
                </c:pt>
                <c:pt idx="27">
                  <c:v>340</c:v>
                </c:pt>
                <c:pt idx="28">
                  <c:v>342</c:v>
                </c:pt>
                <c:pt idx="29">
                  <c:v>348</c:v>
                </c:pt>
                <c:pt idx="30">
                  <c:v>352</c:v>
                </c:pt>
                <c:pt idx="31">
                  <c:v>363</c:v>
                </c:pt>
                <c:pt idx="32">
                  <c:v>370</c:v>
                </c:pt>
                <c:pt idx="33">
                  <c:v>376</c:v>
                </c:pt>
                <c:pt idx="34">
                  <c:v>377</c:v>
                </c:pt>
                <c:pt idx="35">
                  <c:v>381</c:v>
                </c:pt>
                <c:pt idx="36">
                  <c:v>385</c:v>
                </c:pt>
                <c:pt idx="37">
                  <c:v>389</c:v>
                </c:pt>
                <c:pt idx="38">
                  <c:v>395</c:v>
                </c:pt>
                <c:pt idx="39">
                  <c:v>397</c:v>
                </c:pt>
                <c:pt idx="40">
                  <c:v>405</c:v>
                </c:pt>
                <c:pt idx="41">
                  <c:v>406</c:v>
                </c:pt>
                <c:pt idx="42">
                  <c:v>407</c:v>
                </c:pt>
                <c:pt idx="43">
                  <c:v>413</c:v>
                </c:pt>
                <c:pt idx="44">
                  <c:v>414</c:v>
                </c:pt>
                <c:pt idx="45">
                  <c:v>420</c:v>
                </c:pt>
                <c:pt idx="46">
                  <c:v>427</c:v>
                </c:pt>
                <c:pt idx="47">
                  <c:v>428</c:v>
                </c:pt>
                <c:pt idx="48">
                  <c:v>445</c:v>
                </c:pt>
                <c:pt idx="49">
                  <c:v>446</c:v>
                </c:pt>
                <c:pt idx="50">
                  <c:v>448</c:v>
                </c:pt>
                <c:pt idx="51">
                  <c:v>455</c:v>
                </c:pt>
                <c:pt idx="52">
                  <c:v>458</c:v>
                </c:pt>
                <c:pt idx="53">
                  <c:v>466</c:v>
                </c:pt>
                <c:pt idx="54">
                  <c:v>469</c:v>
                </c:pt>
                <c:pt idx="55">
                  <c:v>472</c:v>
                </c:pt>
                <c:pt idx="56">
                  <c:v>480</c:v>
                </c:pt>
                <c:pt idx="57">
                  <c:v>484</c:v>
                </c:pt>
                <c:pt idx="58">
                  <c:v>491</c:v>
                </c:pt>
                <c:pt idx="59">
                  <c:v>499</c:v>
                </c:pt>
                <c:pt idx="60">
                  <c:v>504</c:v>
                </c:pt>
                <c:pt idx="61">
                  <c:v>506</c:v>
                </c:pt>
                <c:pt idx="62">
                  <c:v>513</c:v>
                </c:pt>
                <c:pt idx="63">
                  <c:v>514</c:v>
                </c:pt>
                <c:pt idx="64">
                  <c:v>515</c:v>
                </c:pt>
                <c:pt idx="65">
                  <c:v>520</c:v>
                </c:pt>
                <c:pt idx="66">
                  <c:v>523</c:v>
                </c:pt>
                <c:pt idx="67">
                  <c:v>524</c:v>
                </c:pt>
                <c:pt idx="68">
                  <c:v>528</c:v>
                </c:pt>
                <c:pt idx="69">
                  <c:v>538</c:v>
                </c:pt>
                <c:pt idx="70">
                  <c:v>542</c:v>
                </c:pt>
                <c:pt idx="71">
                  <c:v>552</c:v>
                </c:pt>
                <c:pt idx="72">
                  <c:v>555</c:v>
                </c:pt>
                <c:pt idx="73">
                  <c:v>586</c:v>
                </c:pt>
                <c:pt idx="74">
                  <c:v>596</c:v>
                </c:pt>
                <c:pt idx="75">
                  <c:v>603</c:v>
                </c:pt>
                <c:pt idx="76">
                  <c:v>604</c:v>
                </c:pt>
                <c:pt idx="77">
                  <c:v>607</c:v>
                </c:pt>
                <c:pt idx="78">
                  <c:v>609</c:v>
                </c:pt>
                <c:pt idx="79">
                  <c:v>610</c:v>
                </c:pt>
                <c:pt idx="80">
                  <c:v>612</c:v>
                </c:pt>
                <c:pt idx="81">
                  <c:v>614</c:v>
                </c:pt>
                <c:pt idx="82">
                  <c:v>624</c:v>
                </c:pt>
                <c:pt idx="83">
                  <c:v>630</c:v>
                </c:pt>
                <c:pt idx="84">
                  <c:v>631</c:v>
                </c:pt>
                <c:pt idx="85">
                  <c:v>633</c:v>
                </c:pt>
                <c:pt idx="86">
                  <c:v>636</c:v>
                </c:pt>
                <c:pt idx="87">
                  <c:v>639</c:v>
                </c:pt>
                <c:pt idx="88">
                  <c:v>644</c:v>
                </c:pt>
                <c:pt idx="89">
                  <c:v>647</c:v>
                </c:pt>
                <c:pt idx="90">
                  <c:v>649</c:v>
                </c:pt>
                <c:pt idx="91">
                  <c:v>652</c:v>
                </c:pt>
                <c:pt idx="92">
                  <c:v>656</c:v>
                </c:pt>
                <c:pt idx="93">
                  <c:v>659</c:v>
                </c:pt>
                <c:pt idx="94">
                  <c:v>663</c:v>
                </c:pt>
                <c:pt idx="95">
                  <c:v>668</c:v>
                </c:pt>
                <c:pt idx="96">
                  <c:v>669</c:v>
                </c:pt>
                <c:pt idx="97">
                  <c:v>687</c:v>
                </c:pt>
                <c:pt idx="98">
                  <c:v>689</c:v>
                </c:pt>
                <c:pt idx="99">
                  <c:v>690</c:v>
                </c:pt>
                <c:pt idx="100">
                  <c:v>693</c:v>
                </c:pt>
                <c:pt idx="101">
                  <c:v>694</c:v>
                </c:pt>
                <c:pt idx="102">
                  <c:v>695</c:v>
                </c:pt>
                <c:pt idx="103">
                  <c:v>696</c:v>
                </c:pt>
                <c:pt idx="104">
                  <c:v>700</c:v>
                </c:pt>
                <c:pt idx="105">
                  <c:v>702</c:v>
                </c:pt>
                <c:pt idx="106">
                  <c:v>706</c:v>
                </c:pt>
                <c:pt idx="107">
                  <c:v>708</c:v>
                </c:pt>
                <c:pt idx="108">
                  <c:v>712</c:v>
                </c:pt>
                <c:pt idx="109">
                  <c:v>713</c:v>
                </c:pt>
                <c:pt idx="110">
                  <c:v>715</c:v>
                </c:pt>
                <c:pt idx="111">
                  <c:v>718</c:v>
                </c:pt>
                <c:pt idx="112">
                  <c:v>720</c:v>
                </c:pt>
                <c:pt idx="113">
                  <c:v>721</c:v>
                </c:pt>
                <c:pt idx="114">
                  <c:v>722</c:v>
                </c:pt>
                <c:pt idx="115">
                  <c:v>728</c:v>
                </c:pt>
                <c:pt idx="116">
                  <c:v>734</c:v>
                </c:pt>
                <c:pt idx="117">
                  <c:v>736</c:v>
                </c:pt>
                <c:pt idx="118">
                  <c:v>737</c:v>
                </c:pt>
                <c:pt idx="119">
                  <c:v>738</c:v>
                </c:pt>
                <c:pt idx="120">
                  <c:v>741</c:v>
                </c:pt>
                <c:pt idx="121">
                  <c:v>742</c:v>
                </c:pt>
                <c:pt idx="122">
                  <c:v>743</c:v>
                </c:pt>
                <c:pt idx="123">
                  <c:v>744</c:v>
                </c:pt>
                <c:pt idx="124">
                  <c:v>745</c:v>
                </c:pt>
                <c:pt idx="125">
                  <c:v>746</c:v>
                </c:pt>
                <c:pt idx="126">
                  <c:v>747</c:v>
                </c:pt>
                <c:pt idx="127">
                  <c:v>748</c:v>
                </c:pt>
                <c:pt idx="128">
                  <c:v>749</c:v>
                </c:pt>
                <c:pt idx="129">
                  <c:v>752</c:v>
                </c:pt>
                <c:pt idx="130">
                  <c:v>753</c:v>
                </c:pt>
                <c:pt idx="131">
                  <c:v>755</c:v>
                </c:pt>
                <c:pt idx="132">
                  <c:v>756</c:v>
                </c:pt>
                <c:pt idx="133">
                  <c:v>758</c:v>
                </c:pt>
                <c:pt idx="134">
                  <c:v>759</c:v>
                </c:pt>
                <c:pt idx="135">
                  <c:v>760</c:v>
                </c:pt>
                <c:pt idx="136">
                  <c:v>761</c:v>
                </c:pt>
                <c:pt idx="137">
                  <c:v>763</c:v>
                </c:pt>
                <c:pt idx="138">
                  <c:v>766</c:v>
                </c:pt>
                <c:pt idx="139">
                  <c:v>767</c:v>
                </c:pt>
                <c:pt idx="140">
                  <c:v>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6A-4756-8DE0-BCA7F2398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5505440"/>
        <c:axId val="1981499136"/>
      </c:lineChart>
      <c:dateAx>
        <c:axId val="685505440"/>
        <c:scaling>
          <c:orientation val="minMax"/>
        </c:scaling>
        <c:delete val="0"/>
        <c:axPos val="b"/>
        <c:numFmt formatCode="mmm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1499136"/>
        <c:crosses val="autoZero"/>
        <c:auto val="1"/>
        <c:lblOffset val="100"/>
        <c:baseTimeUnit val="days"/>
        <c:majorUnit val="4"/>
        <c:majorTimeUnit val="months"/>
      </c:dateAx>
      <c:valAx>
        <c:axId val="1981499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#,##0;\-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5505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sz="105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3200"/>
              <a:t>#Packages supporting .NET Standard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1"/>
          <c:order val="0"/>
          <c:tx>
            <c:strRef>
              <c:f>All!$C$1</c:f>
              <c:strCache>
                <c:ptCount val="1"/>
                <c:pt idx="0">
                  <c:v>ConvertedPackagesCumulative</c:v>
                </c:pt>
              </c:strCache>
            </c:strRef>
          </c:tx>
          <c:spPr>
            <a:ln w="34925" cap="rnd">
              <a:solidFill>
                <a:srgbClr val="FF00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All!$A$2:$A$228</c:f>
              <c:numCache>
                <c:formatCode>m/d/yyyy</c:formatCode>
                <c:ptCount val="227"/>
                <c:pt idx="0">
                  <c:v>42411.06235443287</c:v>
                </c:pt>
                <c:pt idx="1">
                  <c:v>42425.06235443287</c:v>
                </c:pt>
                <c:pt idx="2">
                  <c:v>42432.06235443287</c:v>
                </c:pt>
                <c:pt idx="3">
                  <c:v>42446.06235443287</c:v>
                </c:pt>
                <c:pt idx="4">
                  <c:v>42453.06235443287</c:v>
                </c:pt>
                <c:pt idx="5">
                  <c:v>42460.06235443287</c:v>
                </c:pt>
                <c:pt idx="6">
                  <c:v>42467.06235443287</c:v>
                </c:pt>
                <c:pt idx="7">
                  <c:v>42474.06235443287</c:v>
                </c:pt>
                <c:pt idx="8">
                  <c:v>42481.06235443287</c:v>
                </c:pt>
                <c:pt idx="9">
                  <c:v>42488.06235443287</c:v>
                </c:pt>
                <c:pt idx="10">
                  <c:v>42495.06235443287</c:v>
                </c:pt>
                <c:pt idx="11">
                  <c:v>42502.06235443287</c:v>
                </c:pt>
                <c:pt idx="12">
                  <c:v>42509.06235443287</c:v>
                </c:pt>
                <c:pt idx="13">
                  <c:v>42516.06235443287</c:v>
                </c:pt>
                <c:pt idx="14">
                  <c:v>42523.06235443287</c:v>
                </c:pt>
                <c:pt idx="15">
                  <c:v>42530.06235443287</c:v>
                </c:pt>
                <c:pt idx="16">
                  <c:v>42537.06235443287</c:v>
                </c:pt>
                <c:pt idx="17">
                  <c:v>42544.06235443287</c:v>
                </c:pt>
                <c:pt idx="18">
                  <c:v>42551.06235443287</c:v>
                </c:pt>
                <c:pt idx="19">
                  <c:v>42558.06235443287</c:v>
                </c:pt>
                <c:pt idx="20">
                  <c:v>42565.06235443287</c:v>
                </c:pt>
                <c:pt idx="21">
                  <c:v>42572.06235443287</c:v>
                </c:pt>
                <c:pt idx="22">
                  <c:v>42579.06235443287</c:v>
                </c:pt>
                <c:pt idx="23">
                  <c:v>42586.06235443287</c:v>
                </c:pt>
                <c:pt idx="24">
                  <c:v>42593.06235443287</c:v>
                </c:pt>
                <c:pt idx="25">
                  <c:v>42600.06235443287</c:v>
                </c:pt>
                <c:pt idx="26">
                  <c:v>42607.06235443287</c:v>
                </c:pt>
                <c:pt idx="27">
                  <c:v>42614.06235443287</c:v>
                </c:pt>
                <c:pt idx="28">
                  <c:v>42621.06235443287</c:v>
                </c:pt>
                <c:pt idx="29">
                  <c:v>42628.06235443287</c:v>
                </c:pt>
                <c:pt idx="30">
                  <c:v>42635.06235443287</c:v>
                </c:pt>
                <c:pt idx="31">
                  <c:v>42642.06235443287</c:v>
                </c:pt>
                <c:pt idx="32">
                  <c:v>42649.06235443287</c:v>
                </c:pt>
                <c:pt idx="33">
                  <c:v>42656.06235443287</c:v>
                </c:pt>
                <c:pt idx="34">
                  <c:v>42663.06235443287</c:v>
                </c:pt>
                <c:pt idx="35">
                  <c:v>42670.06235443287</c:v>
                </c:pt>
                <c:pt idx="36">
                  <c:v>42677.06235443287</c:v>
                </c:pt>
                <c:pt idx="37">
                  <c:v>42684.06235443287</c:v>
                </c:pt>
                <c:pt idx="38">
                  <c:v>42691.06235443287</c:v>
                </c:pt>
                <c:pt idx="39">
                  <c:v>42698.06235443287</c:v>
                </c:pt>
                <c:pt idx="40">
                  <c:v>42705.06235443287</c:v>
                </c:pt>
                <c:pt idx="41">
                  <c:v>42712.06235443287</c:v>
                </c:pt>
                <c:pt idx="42">
                  <c:v>42719.06235443287</c:v>
                </c:pt>
                <c:pt idx="43">
                  <c:v>42726.06235443287</c:v>
                </c:pt>
                <c:pt idx="44">
                  <c:v>42733.06235443287</c:v>
                </c:pt>
                <c:pt idx="45">
                  <c:v>42740.06235443287</c:v>
                </c:pt>
                <c:pt idx="46">
                  <c:v>42747.06235443287</c:v>
                </c:pt>
                <c:pt idx="47">
                  <c:v>42754.06235443287</c:v>
                </c:pt>
                <c:pt idx="48">
                  <c:v>42761.06235443287</c:v>
                </c:pt>
                <c:pt idx="49">
                  <c:v>42768.06235443287</c:v>
                </c:pt>
                <c:pt idx="50">
                  <c:v>42775.06235443287</c:v>
                </c:pt>
                <c:pt idx="51">
                  <c:v>42782.06235443287</c:v>
                </c:pt>
                <c:pt idx="52">
                  <c:v>42789.06235443287</c:v>
                </c:pt>
                <c:pt idx="53">
                  <c:v>42796.06235443287</c:v>
                </c:pt>
                <c:pt idx="54">
                  <c:v>42803.06235443287</c:v>
                </c:pt>
                <c:pt idx="55">
                  <c:v>42810.06235443287</c:v>
                </c:pt>
                <c:pt idx="56">
                  <c:v>42817.06235443287</c:v>
                </c:pt>
                <c:pt idx="57">
                  <c:v>42824.06235443287</c:v>
                </c:pt>
                <c:pt idx="58">
                  <c:v>42831.06235443287</c:v>
                </c:pt>
                <c:pt idx="59">
                  <c:v>42838.06235443287</c:v>
                </c:pt>
                <c:pt idx="60">
                  <c:v>42845.06235443287</c:v>
                </c:pt>
                <c:pt idx="61">
                  <c:v>42852.06235443287</c:v>
                </c:pt>
                <c:pt idx="62">
                  <c:v>42859.06235443287</c:v>
                </c:pt>
                <c:pt idx="63">
                  <c:v>42866.06235443287</c:v>
                </c:pt>
                <c:pt idx="64">
                  <c:v>42873.06235443287</c:v>
                </c:pt>
                <c:pt idx="65">
                  <c:v>42880.06235443287</c:v>
                </c:pt>
                <c:pt idx="66">
                  <c:v>42887.06235443287</c:v>
                </c:pt>
                <c:pt idx="67">
                  <c:v>42894.06235443287</c:v>
                </c:pt>
                <c:pt idx="68">
                  <c:v>42901.06235443287</c:v>
                </c:pt>
                <c:pt idx="69">
                  <c:v>42908.06235443287</c:v>
                </c:pt>
                <c:pt idx="70">
                  <c:v>42915.06235443287</c:v>
                </c:pt>
                <c:pt idx="71">
                  <c:v>42922.06235443287</c:v>
                </c:pt>
                <c:pt idx="72">
                  <c:v>42929.06235443287</c:v>
                </c:pt>
                <c:pt idx="73">
                  <c:v>42936.06235443287</c:v>
                </c:pt>
                <c:pt idx="74">
                  <c:v>42943.06235443287</c:v>
                </c:pt>
                <c:pt idx="75">
                  <c:v>42950.06235443287</c:v>
                </c:pt>
                <c:pt idx="76">
                  <c:v>42957.06235443287</c:v>
                </c:pt>
                <c:pt idx="77">
                  <c:v>42964.06235443287</c:v>
                </c:pt>
                <c:pt idx="78">
                  <c:v>42971.06235443287</c:v>
                </c:pt>
                <c:pt idx="79">
                  <c:v>42978.06235443287</c:v>
                </c:pt>
                <c:pt idx="80">
                  <c:v>42985.06235443287</c:v>
                </c:pt>
                <c:pt idx="81">
                  <c:v>42992.06235443287</c:v>
                </c:pt>
                <c:pt idx="82">
                  <c:v>42999.06235443287</c:v>
                </c:pt>
                <c:pt idx="83">
                  <c:v>43006.06235443287</c:v>
                </c:pt>
                <c:pt idx="84">
                  <c:v>43013.06235443287</c:v>
                </c:pt>
                <c:pt idx="85">
                  <c:v>43020.06235443287</c:v>
                </c:pt>
                <c:pt idx="86">
                  <c:v>43027.06235443287</c:v>
                </c:pt>
                <c:pt idx="87">
                  <c:v>43034.06235443287</c:v>
                </c:pt>
                <c:pt idx="88">
                  <c:v>43041.06235443287</c:v>
                </c:pt>
                <c:pt idx="89">
                  <c:v>43048.06235443287</c:v>
                </c:pt>
                <c:pt idx="90">
                  <c:v>43055.06235443287</c:v>
                </c:pt>
                <c:pt idx="91">
                  <c:v>43062.06235443287</c:v>
                </c:pt>
                <c:pt idx="92">
                  <c:v>43069.06235443287</c:v>
                </c:pt>
                <c:pt idx="93">
                  <c:v>43076.06235443287</c:v>
                </c:pt>
                <c:pt idx="94">
                  <c:v>43083.06235443287</c:v>
                </c:pt>
                <c:pt idx="95">
                  <c:v>43090.06235443287</c:v>
                </c:pt>
                <c:pt idx="96">
                  <c:v>43097.06235443287</c:v>
                </c:pt>
                <c:pt idx="97">
                  <c:v>43104.06235443287</c:v>
                </c:pt>
                <c:pt idx="98">
                  <c:v>43111.06235443287</c:v>
                </c:pt>
                <c:pt idx="99">
                  <c:v>43118.06235443287</c:v>
                </c:pt>
                <c:pt idx="100">
                  <c:v>43125.06235443287</c:v>
                </c:pt>
                <c:pt idx="101">
                  <c:v>43132.06235443287</c:v>
                </c:pt>
                <c:pt idx="102">
                  <c:v>43139.06235443287</c:v>
                </c:pt>
                <c:pt idx="103">
                  <c:v>43146.06235443287</c:v>
                </c:pt>
                <c:pt idx="104">
                  <c:v>43153.06235443287</c:v>
                </c:pt>
                <c:pt idx="105">
                  <c:v>43160.06235443287</c:v>
                </c:pt>
                <c:pt idx="106">
                  <c:v>43167.06235443287</c:v>
                </c:pt>
                <c:pt idx="107">
                  <c:v>43174.06235443287</c:v>
                </c:pt>
                <c:pt idx="108">
                  <c:v>43181.06235443287</c:v>
                </c:pt>
                <c:pt idx="109">
                  <c:v>43188.06235443287</c:v>
                </c:pt>
                <c:pt idx="110">
                  <c:v>43195.06235443287</c:v>
                </c:pt>
                <c:pt idx="111">
                  <c:v>43202.06235443287</c:v>
                </c:pt>
                <c:pt idx="112">
                  <c:v>43209.06235443287</c:v>
                </c:pt>
                <c:pt idx="113">
                  <c:v>43216.06235443287</c:v>
                </c:pt>
                <c:pt idx="114">
                  <c:v>43223.06235443287</c:v>
                </c:pt>
                <c:pt idx="115">
                  <c:v>43230.06235443287</c:v>
                </c:pt>
                <c:pt idx="116">
                  <c:v>43237.06235443287</c:v>
                </c:pt>
                <c:pt idx="117">
                  <c:v>43244.06235443287</c:v>
                </c:pt>
                <c:pt idx="118">
                  <c:v>43251.06235443287</c:v>
                </c:pt>
                <c:pt idx="119">
                  <c:v>43258.06235443287</c:v>
                </c:pt>
                <c:pt idx="120">
                  <c:v>43265.06235443287</c:v>
                </c:pt>
                <c:pt idx="121">
                  <c:v>43272.06235443287</c:v>
                </c:pt>
                <c:pt idx="122">
                  <c:v>43279.06235443287</c:v>
                </c:pt>
                <c:pt idx="123">
                  <c:v>43286.06235443287</c:v>
                </c:pt>
                <c:pt idx="124">
                  <c:v>43293.06235443287</c:v>
                </c:pt>
                <c:pt idx="125">
                  <c:v>43300.06235443287</c:v>
                </c:pt>
                <c:pt idx="126">
                  <c:v>43307.06235443287</c:v>
                </c:pt>
                <c:pt idx="127">
                  <c:v>43314.06235443287</c:v>
                </c:pt>
                <c:pt idx="128">
                  <c:v>43321.06235443287</c:v>
                </c:pt>
                <c:pt idx="129">
                  <c:v>43328.06235443287</c:v>
                </c:pt>
                <c:pt idx="130">
                  <c:v>43335.06235443287</c:v>
                </c:pt>
                <c:pt idx="131">
                  <c:v>43342.06235443287</c:v>
                </c:pt>
                <c:pt idx="132">
                  <c:v>43349.06235443287</c:v>
                </c:pt>
                <c:pt idx="133">
                  <c:v>43356.06235443287</c:v>
                </c:pt>
                <c:pt idx="134">
                  <c:v>43363.06235443287</c:v>
                </c:pt>
                <c:pt idx="135">
                  <c:v>43370.06235443287</c:v>
                </c:pt>
                <c:pt idx="136">
                  <c:v>43377.06235443287</c:v>
                </c:pt>
                <c:pt idx="137">
                  <c:v>43384.06235443287</c:v>
                </c:pt>
                <c:pt idx="138">
                  <c:v>43391.06235443287</c:v>
                </c:pt>
                <c:pt idx="139">
                  <c:v>43398.06235443287</c:v>
                </c:pt>
                <c:pt idx="140">
                  <c:v>43405.06235443287</c:v>
                </c:pt>
                <c:pt idx="141">
                  <c:v>43412.06235443287</c:v>
                </c:pt>
                <c:pt idx="142">
                  <c:v>43419.06235443287</c:v>
                </c:pt>
                <c:pt idx="143">
                  <c:v>43426.06235443287</c:v>
                </c:pt>
                <c:pt idx="144">
                  <c:v>43433.06235443287</c:v>
                </c:pt>
                <c:pt idx="145">
                  <c:v>43440.06235443287</c:v>
                </c:pt>
                <c:pt idx="146">
                  <c:v>43447.06235443287</c:v>
                </c:pt>
                <c:pt idx="147">
                  <c:v>43454.06235443287</c:v>
                </c:pt>
                <c:pt idx="148">
                  <c:v>43461.06235443287</c:v>
                </c:pt>
                <c:pt idx="149">
                  <c:v>43468.06235443287</c:v>
                </c:pt>
                <c:pt idx="150">
                  <c:v>43475.06235443287</c:v>
                </c:pt>
                <c:pt idx="151">
                  <c:v>43482.06235443287</c:v>
                </c:pt>
                <c:pt idx="152">
                  <c:v>43489.06235443287</c:v>
                </c:pt>
                <c:pt idx="153">
                  <c:v>43496.06235443287</c:v>
                </c:pt>
                <c:pt idx="154">
                  <c:v>43503.06235443287</c:v>
                </c:pt>
                <c:pt idx="155">
                  <c:v>43510.06235443287</c:v>
                </c:pt>
                <c:pt idx="156">
                  <c:v>43517.06235443287</c:v>
                </c:pt>
                <c:pt idx="157">
                  <c:v>43524.06235443287</c:v>
                </c:pt>
                <c:pt idx="158">
                  <c:v>43531.06235443287</c:v>
                </c:pt>
                <c:pt idx="159">
                  <c:v>43538.06235443287</c:v>
                </c:pt>
                <c:pt idx="160">
                  <c:v>43545.06235443287</c:v>
                </c:pt>
                <c:pt idx="161">
                  <c:v>43552.06235443287</c:v>
                </c:pt>
                <c:pt idx="162">
                  <c:v>43559.06235443287</c:v>
                </c:pt>
                <c:pt idx="163">
                  <c:v>43566.06235443287</c:v>
                </c:pt>
                <c:pt idx="164">
                  <c:v>43573.06235443287</c:v>
                </c:pt>
                <c:pt idx="165">
                  <c:v>43580.06235443287</c:v>
                </c:pt>
                <c:pt idx="166">
                  <c:v>43587.06235443287</c:v>
                </c:pt>
                <c:pt idx="167">
                  <c:v>43594.06235443287</c:v>
                </c:pt>
                <c:pt idx="168">
                  <c:v>43601.06235443287</c:v>
                </c:pt>
                <c:pt idx="169">
                  <c:v>43608.06235443287</c:v>
                </c:pt>
                <c:pt idx="170">
                  <c:v>43615.06235443287</c:v>
                </c:pt>
                <c:pt idx="171">
                  <c:v>43622.06235443287</c:v>
                </c:pt>
                <c:pt idx="172">
                  <c:v>43629.06235443287</c:v>
                </c:pt>
                <c:pt idx="173">
                  <c:v>43636.06235443287</c:v>
                </c:pt>
                <c:pt idx="174">
                  <c:v>43643.06235443287</c:v>
                </c:pt>
                <c:pt idx="175">
                  <c:v>43650.06235443287</c:v>
                </c:pt>
                <c:pt idx="176">
                  <c:v>43657.06235443287</c:v>
                </c:pt>
                <c:pt idx="177">
                  <c:v>43664.06235443287</c:v>
                </c:pt>
                <c:pt idx="178">
                  <c:v>43671.06235443287</c:v>
                </c:pt>
                <c:pt idx="179">
                  <c:v>43678.06235443287</c:v>
                </c:pt>
                <c:pt idx="180">
                  <c:v>43685.06235443287</c:v>
                </c:pt>
                <c:pt idx="181">
                  <c:v>43692.06235443287</c:v>
                </c:pt>
                <c:pt idx="182">
                  <c:v>43699.06235443287</c:v>
                </c:pt>
                <c:pt idx="183">
                  <c:v>43706.06235443287</c:v>
                </c:pt>
                <c:pt idx="184">
                  <c:v>43713.06235443287</c:v>
                </c:pt>
                <c:pt idx="185">
                  <c:v>43720.06235443287</c:v>
                </c:pt>
                <c:pt idx="186">
                  <c:v>43727.06235443287</c:v>
                </c:pt>
                <c:pt idx="187">
                  <c:v>43734.06235443287</c:v>
                </c:pt>
                <c:pt idx="188">
                  <c:v>43741.06235443287</c:v>
                </c:pt>
                <c:pt idx="189">
                  <c:v>43748.06235443287</c:v>
                </c:pt>
                <c:pt idx="190">
                  <c:v>43755.06235443287</c:v>
                </c:pt>
                <c:pt idx="191">
                  <c:v>43762.06235443287</c:v>
                </c:pt>
                <c:pt idx="192">
                  <c:v>43769.06235443287</c:v>
                </c:pt>
                <c:pt idx="193">
                  <c:v>43776.06235443287</c:v>
                </c:pt>
                <c:pt idx="194">
                  <c:v>43783.06235443287</c:v>
                </c:pt>
                <c:pt idx="195">
                  <c:v>43790.06235443287</c:v>
                </c:pt>
                <c:pt idx="196">
                  <c:v>43797.06235443287</c:v>
                </c:pt>
                <c:pt idx="197">
                  <c:v>43804.06235443287</c:v>
                </c:pt>
                <c:pt idx="198">
                  <c:v>43811.06235443287</c:v>
                </c:pt>
                <c:pt idx="199">
                  <c:v>43818.06235443287</c:v>
                </c:pt>
                <c:pt idx="200">
                  <c:v>43825.06235443287</c:v>
                </c:pt>
                <c:pt idx="201">
                  <c:v>43832.06235443287</c:v>
                </c:pt>
                <c:pt idx="202">
                  <c:v>43839.06235443287</c:v>
                </c:pt>
                <c:pt idx="203">
                  <c:v>43846.06235443287</c:v>
                </c:pt>
                <c:pt idx="204">
                  <c:v>43853.06235443287</c:v>
                </c:pt>
                <c:pt idx="205">
                  <c:v>43860.06235443287</c:v>
                </c:pt>
                <c:pt idx="206">
                  <c:v>43867.06235443287</c:v>
                </c:pt>
                <c:pt idx="207">
                  <c:v>43874.06235443287</c:v>
                </c:pt>
                <c:pt idx="208">
                  <c:v>43881.06235443287</c:v>
                </c:pt>
                <c:pt idx="209">
                  <c:v>43888.06235443287</c:v>
                </c:pt>
                <c:pt idx="210">
                  <c:v>43895.06235443287</c:v>
                </c:pt>
                <c:pt idx="211">
                  <c:v>43902.06235443287</c:v>
                </c:pt>
                <c:pt idx="212">
                  <c:v>43909.06235443287</c:v>
                </c:pt>
                <c:pt idx="213">
                  <c:v>43916.06235443287</c:v>
                </c:pt>
                <c:pt idx="214">
                  <c:v>43923.06235443287</c:v>
                </c:pt>
                <c:pt idx="215">
                  <c:v>43930.06235443287</c:v>
                </c:pt>
                <c:pt idx="216">
                  <c:v>43937.06235443287</c:v>
                </c:pt>
                <c:pt idx="217">
                  <c:v>43944.06235443287</c:v>
                </c:pt>
                <c:pt idx="218">
                  <c:v>43951.06235443287</c:v>
                </c:pt>
                <c:pt idx="219">
                  <c:v>43958.06235443287</c:v>
                </c:pt>
                <c:pt idx="220">
                  <c:v>43965.06235443287</c:v>
                </c:pt>
                <c:pt idx="221">
                  <c:v>43972.06235443287</c:v>
                </c:pt>
                <c:pt idx="222">
                  <c:v>43979.06235443287</c:v>
                </c:pt>
                <c:pt idx="223">
                  <c:v>43986.06235443287</c:v>
                </c:pt>
                <c:pt idx="224">
                  <c:v>43993.06235443287</c:v>
                </c:pt>
                <c:pt idx="225">
                  <c:v>44000.06235443287</c:v>
                </c:pt>
              </c:numCache>
            </c:numRef>
          </c:cat>
          <c:val>
            <c:numRef>
              <c:f>All!$C$2:$C$228</c:f>
              <c:numCache>
                <c:formatCode>General</c:formatCode>
                <c:ptCount val="227"/>
                <c:pt idx="0">
                  <c:v>1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11</c:v>
                </c:pt>
                <c:pt idx="5">
                  <c:v>18</c:v>
                </c:pt>
                <c:pt idx="6">
                  <c:v>23</c:v>
                </c:pt>
                <c:pt idx="7">
                  <c:v>25</c:v>
                </c:pt>
                <c:pt idx="8">
                  <c:v>36</c:v>
                </c:pt>
                <c:pt idx="9">
                  <c:v>37</c:v>
                </c:pt>
                <c:pt idx="10">
                  <c:v>44</c:v>
                </c:pt>
                <c:pt idx="11">
                  <c:v>224</c:v>
                </c:pt>
                <c:pt idx="12">
                  <c:v>424</c:v>
                </c:pt>
                <c:pt idx="13">
                  <c:v>593</c:v>
                </c:pt>
                <c:pt idx="14">
                  <c:v>738</c:v>
                </c:pt>
                <c:pt idx="15">
                  <c:v>833</c:v>
                </c:pt>
                <c:pt idx="16">
                  <c:v>902</c:v>
                </c:pt>
                <c:pt idx="17">
                  <c:v>1034</c:v>
                </c:pt>
                <c:pt idx="18">
                  <c:v>1223</c:v>
                </c:pt>
                <c:pt idx="19">
                  <c:v>1357</c:v>
                </c:pt>
                <c:pt idx="20">
                  <c:v>1467</c:v>
                </c:pt>
                <c:pt idx="21">
                  <c:v>1587</c:v>
                </c:pt>
                <c:pt idx="22">
                  <c:v>1710</c:v>
                </c:pt>
                <c:pt idx="23">
                  <c:v>1960</c:v>
                </c:pt>
                <c:pt idx="24">
                  <c:v>2052</c:v>
                </c:pt>
                <c:pt idx="25">
                  <c:v>2149</c:v>
                </c:pt>
                <c:pt idx="26">
                  <c:v>2256</c:v>
                </c:pt>
                <c:pt idx="27">
                  <c:v>2356</c:v>
                </c:pt>
                <c:pt idx="28">
                  <c:v>2443</c:v>
                </c:pt>
                <c:pt idx="29">
                  <c:v>2528</c:v>
                </c:pt>
                <c:pt idx="30">
                  <c:v>2654</c:v>
                </c:pt>
                <c:pt idx="31">
                  <c:v>2745</c:v>
                </c:pt>
                <c:pt idx="32">
                  <c:v>2891</c:v>
                </c:pt>
                <c:pt idx="33">
                  <c:v>2983</c:v>
                </c:pt>
                <c:pt idx="34">
                  <c:v>3139</c:v>
                </c:pt>
                <c:pt idx="35">
                  <c:v>3302</c:v>
                </c:pt>
                <c:pt idx="36">
                  <c:v>3445</c:v>
                </c:pt>
                <c:pt idx="37">
                  <c:v>3632</c:v>
                </c:pt>
                <c:pt idx="38">
                  <c:v>3841</c:v>
                </c:pt>
                <c:pt idx="39">
                  <c:v>3959</c:v>
                </c:pt>
                <c:pt idx="40">
                  <c:v>4148</c:v>
                </c:pt>
                <c:pt idx="41">
                  <c:v>4283</c:v>
                </c:pt>
                <c:pt idx="42">
                  <c:v>4402</c:v>
                </c:pt>
                <c:pt idx="43">
                  <c:v>4514</c:v>
                </c:pt>
                <c:pt idx="44">
                  <c:v>4639</c:v>
                </c:pt>
                <c:pt idx="45">
                  <c:v>4807</c:v>
                </c:pt>
                <c:pt idx="46">
                  <c:v>4954</c:v>
                </c:pt>
                <c:pt idx="47">
                  <c:v>5102</c:v>
                </c:pt>
                <c:pt idx="48">
                  <c:v>5246</c:v>
                </c:pt>
                <c:pt idx="49">
                  <c:v>5406</c:v>
                </c:pt>
                <c:pt idx="50">
                  <c:v>5555</c:v>
                </c:pt>
                <c:pt idx="51">
                  <c:v>5721</c:v>
                </c:pt>
                <c:pt idx="52">
                  <c:v>5886</c:v>
                </c:pt>
                <c:pt idx="53">
                  <c:v>6046</c:v>
                </c:pt>
                <c:pt idx="54">
                  <c:v>6274</c:v>
                </c:pt>
                <c:pt idx="55">
                  <c:v>6427</c:v>
                </c:pt>
                <c:pt idx="56">
                  <c:v>6679</c:v>
                </c:pt>
                <c:pt idx="57">
                  <c:v>6962</c:v>
                </c:pt>
                <c:pt idx="58">
                  <c:v>7182</c:v>
                </c:pt>
                <c:pt idx="59">
                  <c:v>7414</c:v>
                </c:pt>
                <c:pt idx="60">
                  <c:v>7618</c:v>
                </c:pt>
                <c:pt idx="61">
                  <c:v>7797</c:v>
                </c:pt>
                <c:pt idx="62">
                  <c:v>8018</c:v>
                </c:pt>
                <c:pt idx="63">
                  <c:v>8228</c:v>
                </c:pt>
                <c:pt idx="64">
                  <c:v>8495</c:v>
                </c:pt>
                <c:pt idx="65">
                  <c:v>8794</c:v>
                </c:pt>
                <c:pt idx="66">
                  <c:v>9024</c:v>
                </c:pt>
                <c:pt idx="67">
                  <c:v>9258</c:v>
                </c:pt>
                <c:pt idx="68">
                  <c:v>9508</c:v>
                </c:pt>
                <c:pt idx="69">
                  <c:v>9701</c:v>
                </c:pt>
                <c:pt idx="70">
                  <c:v>9920</c:v>
                </c:pt>
                <c:pt idx="71">
                  <c:v>10184</c:v>
                </c:pt>
                <c:pt idx="72">
                  <c:v>10475</c:v>
                </c:pt>
                <c:pt idx="73">
                  <c:v>10715</c:v>
                </c:pt>
                <c:pt idx="74">
                  <c:v>10914</c:v>
                </c:pt>
                <c:pt idx="75">
                  <c:v>11117</c:v>
                </c:pt>
                <c:pt idx="76">
                  <c:v>11460</c:v>
                </c:pt>
                <c:pt idx="77">
                  <c:v>11765</c:v>
                </c:pt>
                <c:pt idx="78">
                  <c:v>12161</c:v>
                </c:pt>
                <c:pt idx="79">
                  <c:v>12528</c:v>
                </c:pt>
                <c:pt idx="80">
                  <c:v>12846</c:v>
                </c:pt>
                <c:pt idx="81">
                  <c:v>13137</c:v>
                </c:pt>
                <c:pt idx="82">
                  <c:v>13434</c:v>
                </c:pt>
                <c:pt idx="83">
                  <c:v>13780</c:v>
                </c:pt>
                <c:pt idx="84">
                  <c:v>14110</c:v>
                </c:pt>
                <c:pt idx="85">
                  <c:v>14559</c:v>
                </c:pt>
                <c:pt idx="86">
                  <c:v>14903</c:v>
                </c:pt>
                <c:pt idx="87">
                  <c:v>15186</c:v>
                </c:pt>
                <c:pt idx="88">
                  <c:v>15508</c:v>
                </c:pt>
                <c:pt idx="89">
                  <c:v>15859</c:v>
                </c:pt>
                <c:pt idx="90">
                  <c:v>16241</c:v>
                </c:pt>
                <c:pt idx="91">
                  <c:v>16620</c:v>
                </c:pt>
                <c:pt idx="92">
                  <c:v>16984</c:v>
                </c:pt>
                <c:pt idx="93">
                  <c:v>17334</c:v>
                </c:pt>
                <c:pt idx="94">
                  <c:v>17749</c:v>
                </c:pt>
                <c:pt idx="95">
                  <c:v>18009</c:v>
                </c:pt>
                <c:pt idx="96">
                  <c:v>18315</c:v>
                </c:pt>
                <c:pt idx="97">
                  <c:v>18656</c:v>
                </c:pt>
                <c:pt idx="98">
                  <c:v>18977</c:v>
                </c:pt>
                <c:pt idx="99">
                  <c:v>20128</c:v>
                </c:pt>
                <c:pt idx="100">
                  <c:v>20503</c:v>
                </c:pt>
                <c:pt idx="101">
                  <c:v>20932</c:v>
                </c:pt>
                <c:pt idx="102">
                  <c:v>21404</c:v>
                </c:pt>
                <c:pt idx="103">
                  <c:v>21827</c:v>
                </c:pt>
                <c:pt idx="104">
                  <c:v>22312</c:v>
                </c:pt>
                <c:pt idx="105">
                  <c:v>22730</c:v>
                </c:pt>
                <c:pt idx="106">
                  <c:v>23145</c:v>
                </c:pt>
                <c:pt idx="107">
                  <c:v>23616</c:v>
                </c:pt>
                <c:pt idx="108">
                  <c:v>24077</c:v>
                </c:pt>
                <c:pt idx="109">
                  <c:v>24499</c:v>
                </c:pt>
                <c:pt idx="110">
                  <c:v>24947</c:v>
                </c:pt>
                <c:pt idx="111">
                  <c:v>25420</c:v>
                </c:pt>
                <c:pt idx="112">
                  <c:v>25871</c:v>
                </c:pt>
                <c:pt idx="113">
                  <c:v>26252</c:v>
                </c:pt>
                <c:pt idx="114">
                  <c:v>26713</c:v>
                </c:pt>
                <c:pt idx="115">
                  <c:v>27133</c:v>
                </c:pt>
                <c:pt idx="116">
                  <c:v>27743</c:v>
                </c:pt>
                <c:pt idx="117">
                  <c:v>28335</c:v>
                </c:pt>
                <c:pt idx="118">
                  <c:v>28933</c:v>
                </c:pt>
                <c:pt idx="119">
                  <c:v>29309</c:v>
                </c:pt>
                <c:pt idx="120">
                  <c:v>29724</c:v>
                </c:pt>
                <c:pt idx="121">
                  <c:v>30345</c:v>
                </c:pt>
                <c:pt idx="122">
                  <c:v>30805</c:v>
                </c:pt>
                <c:pt idx="123">
                  <c:v>31275</c:v>
                </c:pt>
                <c:pt idx="124">
                  <c:v>31770</c:v>
                </c:pt>
                <c:pt idx="125">
                  <c:v>32224</c:v>
                </c:pt>
                <c:pt idx="126">
                  <c:v>32753</c:v>
                </c:pt>
                <c:pt idx="127">
                  <c:v>33172</c:v>
                </c:pt>
                <c:pt idx="128">
                  <c:v>33613</c:v>
                </c:pt>
                <c:pt idx="129">
                  <c:v>34085</c:v>
                </c:pt>
                <c:pt idx="130">
                  <c:v>34499</c:v>
                </c:pt>
                <c:pt idx="131">
                  <c:v>34969</c:v>
                </c:pt>
                <c:pt idx="132">
                  <c:v>35538</c:v>
                </c:pt>
                <c:pt idx="133">
                  <c:v>36012</c:v>
                </c:pt>
                <c:pt idx="134">
                  <c:v>36534</c:v>
                </c:pt>
                <c:pt idx="135">
                  <c:v>36975</c:v>
                </c:pt>
                <c:pt idx="136">
                  <c:v>37429</c:v>
                </c:pt>
                <c:pt idx="137">
                  <c:v>37965</c:v>
                </c:pt>
                <c:pt idx="138">
                  <c:v>38484</c:v>
                </c:pt>
                <c:pt idx="139">
                  <c:v>39041</c:v>
                </c:pt>
                <c:pt idx="140">
                  <c:v>39574</c:v>
                </c:pt>
                <c:pt idx="141">
                  <c:v>40071</c:v>
                </c:pt>
                <c:pt idx="142">
                  <c:v>40562</c:v>
                </c:pt>
                <c:pt idx="143">
                  <c:v>41052</c:v>
                </c:pt>
                <c:pt idx="144">
                  <c:v>41659</c:v>
                </c:pt>
                <c:pt idx="145">
                  <c:v>42181</c:v>
                </c:pt>
                <c:pt idx="146">
                  <c:v>42686</c:v>
                </c:pt>
                <c:pt idx="147">
                  <c:v>43120</c:v>
                </c:pt>
                <c:pt idx="148">
                  <c:v>43527</c:v>
                </c:pt>
                <c:pt idx="149">
                  <c:v>44050</c:v>
                </c:pt>
                <c:pt idx="150">
                  <c:v>44756</c:v>
                </c:pt>
                <c:pt idx="151">
                  <c:v>45266</c:v>
                </c:pt>
                <c:pt idx="152">
                  <c:v>45687</c:v>
                </c:pt>
                <c:pt idx="153">
                  <c:v>46211</c:v>
                </c:pt>
                <c:pt idx="154">
                  <c:v>46651</c:v>
                </c:pt>
                <c:pt idx="155">
                  <c:v>47231</c:v>
                </c:pt>
                <c:pt idx="156">
                  <c:v>47752</c:v>
                </c:pt>
                <c:pt idx="157">
                  <c:v>48371</c:v>
                </c:pt>
                <c:pt idx="158">
                  <c:v>49015</c:v>
                </c:pt>
                <c:pt idx="159">
                  <c:v>49611</c:v>
                </c:pt>
                <c:pt idx="160">
                  <c:v>50194</c:v>
                </c:pt>
                <c:pt idx="161">
                  <c:v>50566</c:v>
                </c:pt>
                <c:pt idx="162">
                  <c:v>51117</c:v>
                </c:pt>
                <c:pt idx="163">
                  <c:v>51765</c:v>
                </c:pt>
                <c:pt idx="164">
                  <c:v>52569</c:v>
                </c:pt>
                <c:pt idx="165">
                  <c:v>53090</c:v>
                </c:pt>
                <c:pt idx="166">
                  <c:v>53612</c:v>
                </c:pt>
                <c:pt idx="167">
                  <c:v>54474</c:v>
                </c:pt>
                <c:pt idx="168">
                  <c:v>55247</c:v>
                </c:pt>
                <c:pt idx="169">
                  <c:v>55842</c:v>
                </c:pt>
                <c:pt idx="170">
                  <c:v>56381</c:v>
                </c:pt>
                <c:pt idx="171">
                  <c:v>56964</c:v>
                </c:pt>
                <c:pt idx="172">
                  <c:v>57539</c:v>
                </c:pt>
                <c:pt idx="173">
                  <c:v>58271</c:v>
                </c:pt>
                <c:pt idx="174">
                  <c:v>58801</c:v>
                </c:pt>
                <c:pt idx="175">
                  <c:v>59334</c:v>
                </c:pt>
                <c:pt idx="176">
                  <c:v>59921</c:v>
                </c:pt>
                <c:pt idx="177">
                  <c:v>60493</c:v>
                </c:pt>
                <c:pt idx="178">
                  <c:v>61022</c:v>
                </c:pt>
                <c:pt idx="179">
                  <c:v>61540</c:v>
                </c:pt>
                <c:pt idx="180">
                  <c:v>62104</c:v>
                </c:pt>
                <c:pt idx="181">
                  <c:v>62591</c:v>
                </c:pt>
                <c:pt idx="182">
                  <c:v>63153</c:v>
                </c:pt>
                <c:pt idx="183">
                  <c:v>63656</c:v>
                </c:pt>
                <c:pt idx="184">
                  <c:v>64250</c:v>
                </c:pt>
                <c:pt idx="185">
                  <c:v>64778</c:v>
                </c:pt>
                <c:pt idx="186">
                  <c:v>65380</c:v>
                </c:pt>
                <c:pt idx="187">
                  <c:v>65986</c:v>
                </c:pt>
                <c:pt idx="188">
                  <c:v>66541</c:v>
                </c:pt>
                <c:pt idx="189">
                  <c:v>67015</c:v>
                </c:pt>
                <c:pt idx="190">
                  <c:v>67628</c:v>
                </c:pt>
                <c:pt idx="191">
                  <c:v>68298</c:v>
                </c:pt>
                <c:pt idx="192">
                  <c:v>68718</c:v>
                </c:pt>
                <c:pt idx="193">
                  <c:v>68722</c:v>
                </c:pt>
                <c:pt idx="194">
                  <c:v>68729</c:v>
                </c:pt>
                <c:pt idx="195">
                  <c:v>68741</c:v>
                </c:pt>
                <c:pt idx="196">
                  <c:v>68758</c:v>
                </c:pt>
                <c:pt idx="197">
                  <c:v>68768</c:v>
                </c:pt>
                <c:pt idx="198">
                  <c:v>68778</c:v>
                </c:pt>
                <c:pt idx="199">
                  <c:v>68787</c:v>
                </c:pt>
                <c:pt idx="200">
                  <c:v>68791</c:v>
                </c:pt>
                <c:pt idx="201">
                  <c:v>68802</c:v>
                </c:pt>
                <c:pt idx="202">
                  <c:v>68818</c:v>
                </c:pt>
                <c:pt idx="203">
                  <c:v>68846</c:v>
                </c:pt>
                <c:pt idx="204">
                  <c:v>69777</c:v>
                </c:pt>
                <c:pt idx="205">
                  <c:v>70770</c:v>
                </c:pt>
                <c:pt idx="206">
                  <c:v>71563</c:v>
                </c:pt>
                <c:pt idx="207">
                  <c:v>72480</c:v>
                </c:pt>
                <c:pt idx="208">
                  <c:v>73388</c:v>
                </c:pt>
                <c:pt idx="209">
                  <c:v>74100</c:v>
                </c:pt>
                <c:pt idx="210">
                  <c:v>75023</c:v>
                </c:pt>
                <c:pt idx="211">
                  <c:v>75744</c:v>
                </c:pt>
                <c:pt idx="212">
                  <c:v>76495</c:v>
                </c:pt>
                <c:pt idx="213">
                  <c:v>77435</c:v>
                </c:pt>
                <c:pt idx="214">
                  <c:v>78190</c:v>
                </c:pt>
                <c:pt idx="215">
                  <c:v>78924</c:v>
                </c:pt>
                <c:pt idx="216">
                  <c:v>79875</c:v>
                </c:pt>
                <c:pt idx="217">
                  <c:v>80766</c:v>
                </c:pt>
                <c:pt idx="218">
                  <c:v>81486</c:v>
                </c:pt>
                <c:pt idx="219">
                  <c:v>82202</c:v>
                </c:pt>
                <c:pt idx="220">
                  <c:v>83156</c:v>
                </c:pt>
                <c:pt idx="221">
                  <c:v>83897</c:v>
                </c:pt>
                <c:pt idx="222">
                  <c:v>84700</c:v>
                </c:pt>
                <c:pt idx="223">
                  <c:v>85386</c:v>
                </c:pt>
                <c:pt idx="224">
                  <c:v>86185</c:v>
                </c:pt>
                <c:pt idx="225">
                  <c:v>86295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95-49CB-983B-E13FAFBD39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5505440"/>
        <c:axId val="1981499136"/>
      </c:lineChart>
      <c:dateAx>
        <c:axId val="685505440"/>
        <c:scaling>
          <c:orientation val="minMax"/>
        </c:scaling>
        <c:delete val="0"/>
        <c:axPos val="b"/>
        <c:numFmt formatCode="mmm/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1499136"/>
        <c:crosses val="autoZero"/>
        <c:auto val="1"/>
        <c:lblOffset val="100"/>
        <c:baseTimeUnit val="days"/>
        <c:majorUnit val="4"/>
        <c:majorTimeUnit val="months"/>
      </c:dateAx>
      <c:valAx>
        <c:axId val="1981499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##,##\ 0\ 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5505440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4FA648-DED3-4A40-AB58-2830EE7890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28BF5-B766-4B7E-A56E-963C8CAEE0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32E50-72F1-4859-9EA2-93129C85895D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71B77-9100-417D-B81E-6A2E0134B5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546D3-BD8B-4B1D-9847-AEB010551E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827AF-AAD2-4855-BFCD-0BE965ACA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33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B484-4B9F-496C-ADAC-DE7F7C8E3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CBD7B-F77F-4CBC-A920-CD4EE9FC8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17704-5A05-4B3F-9D07-CD283D4B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626-6A33-4EC8-9C4A-DBEBF0762508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EBFD5-968F-4583-B21A-54654BC65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52A1F-E093-46D0-AF07-EADABC3C4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6305-C989-4FB0-832C-27CA68DBBD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1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88B6E-4E66-43DB-AF5F-BC3DAC37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E89A-3009-427D-86C6-A1F3225CE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FDC70-065F-4221-A986-ACD22E75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626-6A33-4EC8-9C4A-DBEBF0762508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734D2-B2CC-478A-9813-1611E2253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B8FC0-2418-43CA-8676-C838A396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6305-C989-4FB0-832C-27CA68DBB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46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0231-FDCF-47A4-9191-59471E5E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ED476-3B35-4484-B815-768D0BC1A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037CE-00BB-4E78-A69D-47F3ED6FF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626-6A33-4EC8-9C4A-DBEBF0762508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38004-0F9E-4F84-9C72-98A10F34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1239D-6385-4E1F-B226-B8E2A45C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6305-C989-4FB0-832C-27CA68DBB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7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5FE8-B2AD-4930-AAB9-B5CEF375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4E2B-3EB7-4AA6-BBF3-0208FD597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DA02B-5614-4165-B625-C8A2FCD31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15CA-ABF6-4F1D-B298-FB47085D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626-6A33-4EC8-9C4A-DBEBF0762508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3D0E2-A027-4039-B2D3-E16F4FB5B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89084-51C5-4600-A7C9-69CD7DAB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6305-C989-4FB0-832C-27CA68DBB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96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6E45-C102-4753-84EB-BE4D5801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0CC2B-037F-49F2-A2F4-E65D325D5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9385A-F921-4E86-8366-BDD6F1E39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4E1BDB-E4DE-48DC-B06E-6706BE59F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E07538-3EA1-4689-A64A-F839AD040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D6562-4CDC-495C-8904-2E7667559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626-6A33-4EC8-9C4A-DBEBF0762508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5D4F8-4E3D-4478-B5E0-9824B96C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DF4B4-EB56-4D9D-9FD7-E944EF3B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6305-C989-4FB0-832C-27CA68DBB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9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9422-9F9F-4501-9873-4557FA1C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85DAF5-29B5-416C-9237-C753736E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626-6A33-4EC8-9C4A-DBEBF0762508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461B9-1D1F-46DA-9229-85D886BD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4F6F1-496B-41CF-BAC9-3C1BD34C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6305-C989-4FB0-832C-27CA68DBB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79637B-B957-4AEB-970A-376E07E7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2A1D626-6A33-4EC8-9C4A-DBEBF0762508}" type="datetimeFigureOut">
              <a:rPr lang="en-US" smtClean="0"/>
              <a:pPr/>
              <a:t>7/9/2020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70107-03BA-4A1D-AE0F-326FC5549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C9860-082C-4596-B46C-3762BFD2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286305-C989-4FB0-832C-27CA68DBBD6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0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C797-6C0D-4EF3-9275-E2C1B383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D3700-8F3E-402A-8281-C3F4DB881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F32A0-5604-48AD-A6D0-09839CDCC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96C04-CCF6-45C2-9814-1259A6A3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626-6A33-4EC8-9C4A-DBEBF0762508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DF15-793E-45F8-AE62-F5443760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30EB7-D574-441D-970F-8033CBA4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6305-C989-4FB0-832C-27CA68DBB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4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EBE3-EF6D-427D-9C82-529018C79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EDCE6-03F8-43DA-AE94-8D6071657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207BE-0172-4060-BBF8-E9FBB755D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E120F-0925-465D-B319-B7D32FEE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626-6A33-4EC8-9C4A-DBEBF0762508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EBFAF-B87C-4173-A034-08729CEF6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4D0F5-2847-446F-A780-37B7D248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6305-C989-4FB0-832C-27CA68DBB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3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1FBB4-0EEC-4F5E-A9E0-F5299C188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99CF6-9802-4EDA-AF4D-FE729FFB2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46F3B-EF32-4716-9A6F-4D7D31B6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626-6A33-4EC8-9C4A-DBEBF0762508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965AA-C628-463C-ABE7-0E5B8009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4AF6C-3ECB-40A7-A571-F90C458B5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6305-C989-4FB0-832C-27CA68DBB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66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4537A-7E29-4803-94B5-899FB6D14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3F8A0-47D8-4690-956B-90D5C1F82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F1A8D-F8F1-45E0-9951-A47AE503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1D626-6A33-4EC8-9C4A-DBEBF0762508}" type="datetimeFigureOut">
              <a:rPr lang="en-US" smtClean="0"/>
              <a:t>7/9/2020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4E9AE-8DD1-4B56-8AB7-FFFE500A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379C5-11F2-4C92-AFD1-1FED5288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6305-C989-4FB0-832C-27CA68DBB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5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B2835BA-D913-4338-876D-EE2AEE61CE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95959"/>
              </a:gs>
              <a:gs pos="100000">
                <a:srgbClr val="262626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B7B38B-E611-4236-AA66-3AEDA5AD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E756F-28C0-47AE-90AB-1D6A1A154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7A589-DE30-4B3B-87D6-DC6594253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1D626-6A33-4EC8-9C4A-DBEBF0762508}" type="datetimeFigureOut">
              <a:rPr lang="en-US" smtClean="0"/>
              <a:t>7/9/2020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97C6B-0AE5-4B46-9ECF-AACA2585B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E50D7-81FD-41D1-A772-FE0F38383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86305-C989-4FB0-832C-27CA68DBB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8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3C1FDA2-C192-42A1-AFC4-78D6E07B7E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595959"/>
              </a:gs>
              <a:gs pos="100000">
                <a:srgbClr val="262626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DF767A-C16F-4D13-A536-416C97B2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Adoption rate for .NET Standard*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46ACAC-5337-4532-9CE7-5F6CB2CFCAD6}"/>
              </a:ext>
            </a:extLst>
          </p:cNvPr>
          <p:cNvSpPr txBox="1"/>
          <p:nvPr/>
        </p:nvSpPr>
        <p:spPr>
          <a:xfrm>
            <a:off x="838200" y="594613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*Numbers exclude Microsoft owned packages and non-library packages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8C870-1513-419E-B424-A03A06F78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77% of the top 1,000 packages</a:t>
            </a:r>
          </a:p>
          <a:p>
            <a:r>
              <a:rPr lang="en-US" sz="4000" dirty="0"/>
              <a:t>59% of all active packages (updated within the last 180 days)</a:t>
            </a:r>
          </a:p>
          <a:p>
            <a:r>
              <a:rPr lang="en-US" sz="4000" dirty="0"/>
              <a:t>40% of all packages</a:t>
            </a:r>
          </a:p>
        </p:txBody>
      </p:sp>
    </p:spTree>
    <p:extLst>
      <p:ext uri="{BB962C8B-B14F-4D97-AF65-F5344CB8AC3E}">
        <p14:creationId xmlns:p14="http://schemas.microsoft.com/office/powerpoint/2010/main" val="2535937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E0E5B72-C83C-443C-94E8-D10CF71E9B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0925869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07386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D8351D2-F55B-44B7-AAA4-7BF3FF4DB4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25289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35725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56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Adoption rate for .NET Standard*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Immo Landwerth</dc:creator>
  <cp:lastModifiedBy>Immo Landwerth</cp:lastModifiedBy>
  <cp:revision>23</cp:revision>
  <dcterms:created xsi:type="dcterms:W3CDTF">2020-07-08T23:10:10Z</dcterms:created>
  <dcterms:modified xsi:type="dcterms:W3CDTF">2020-07-09T18:01:25Z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etDate">
    <vt:lpwstr>2020-07-08T23:10:34Z</vt:lpwstr>
  </property>
  <property fmtid="{D5CDD505-2E9C-101B-9397-08002B2CF9AE}" pid="4" name="MSIP_Label_f42aa342-8706-4288-bd11-ebb85995028c_Method">
    <vt:lpwstr>Standard</vt:lpwstr>
  </property>
  <property fmtid="{D5CDD505-2E9C-101B-9397-08002B2CF9AE}" pid="5" name="MSIP_Label_f42aa342-8706-4288-bd11-ebb85995028c_Name">
    <vt:lpwstr>Internal</vt:lpwstr>
  </property>
  <property fmtid="{D5CDD505-2E9C-101B-9397-08002B2CF9AE}" pid="6" name="MSIP_Label_f42aa342-8706-4288-bd11-ebb85995028c_SiteId">
    <vt:lpwstr>72f988bf-86f1-41af-91ab-2d7cd011db47</vt:lpwstr>
  </property>
  <property fmtid="{D5CDD505-2E9C-101B-9397-08002B2CF9AE}" pid="7" name="MSIP_Label_f42aa342-8706-4288-bd11-ebb85995028c_ActionId">
    <vt:lpwstr>970940ce-5470-4402-94a1-2894ba92d27b</vt:lpwstr>
  </property>
  <property fmtid="{D5CDD505-2E9C-101B-9397-08002B2CF9AE}" pid="8" name="MSIP_Label_f42aa342-8706-4288-bd11-ebb85995028c_ContentBits">
    <vt:lpwstr>0</vt:lpwstr>
  </property>
</Properties>
</file>