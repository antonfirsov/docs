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8" r:id="rId2"/>
    <p:sldId id="259" r:id="rId3"/>
    <p:sldId id="257" r:id="rId4"/>
    <p:sldId id="256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9CD8"/>
    <a:srgbClr val="289CD7"/>
    <a:srgbClr val="69AF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63" y="1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8-11-28T21:09:09.391"/>
    </inkml:context>
    <inkml:brush xml:id="br0">
      <inkml:brushProperty name="width" value="0.17639" units="cm"/>
      <inkml:brushProperty name="height" value="0.17639" units="cm"/>
      <inkml:brushProperty name="ignorePressure" value="1"/>
    </inkml:brush>
  </inkml:definitions>
  <inkml:trace contextRef="#ctx0" brushRef="#br0">0 514,'0'-5,"3"-5,3 0,1-2,5 1,0 1,1 1,1 0,0-2,1 2,1 1,-2 1,-2-5,3 0,2-1,1 2,-3 0,-1 2,-1-1,1 0,0 1,4 1,1 1,0 0,0 0,-1 0,-1-4,0 0,2-1,1 2,2 0,0 1,-1 0,4 1,1 2,-2 0,-1 0,-3 2,-5-2,1 0,1 2,-1-4,1-1,-1 1,0-1,0 2,0-2,3 2,0-2,1 2,-1 1,-2-1,1 2,-2 0,3 2,1-2,-1 1,0 0,-1 1,4 2,2-3,-1 0,-2 0,-1 2,-2 0,0 1,1 1,0-1,0 1,0-2,-2-2,0 1,0 0,4 2,3-1,-2 2,0 0,-3 0,0 2,1 2,0 2,-1 1,-3 1,1 8,2 1,-1 0,-1-2,-1-2,0 1,-4-1,0 2,-2-1,-1-1,1 2,5 1,2 1,1-3,-3-1,-1-3,0 0,1 1,-1-1,6 2,3 3,0 1,-2-2,-1-1,1 0,0 1,-1-2,-1-1,-1-1,-1 2,-1-1,-3 1,2-2,1-2,1-3,-3 0,-1 0,0-1,0-2,1 0,1-2,3 0,2 0,7 0,3-3,-2-1,1-5,0-3,-2-1,0 0,-2 2,5-5,1-3,3-1,-1 3,4 2,-1 4,1-3,5-1,4-3,-3 1,1 1,0 3,-1 1,2-3,-2 1,-1 1,2 2,-5 3,-3 0,6 1,-2 3,-2-2,9 1,-1 1,0 1,-5 1,-7 1,-7 1,-4 3,-7 3,-4 1,5 8,3 4,-4 1,0 2,-1 1,-3 5,2-1,-1-1,0 3,0-4,-2-3,-3-3,0-2,1-3,0-2,0-3,5-3,2-2,1-2,1-2,-1 0,9-1,1 1,0-1,6-7,5-6,0 0,8-6,22-13,7-7,2-4,-9 5,-15 7,-4 5,-3 6,-6 5,1 1,1 0,-3-1,2 3,2-1,0 0,0 1,-1 3,-3 2,-5 3,-6 3,-5 1,-3 1,-3 0,-1 3,2 4,0 6,1 4,1 3,4 0,-3-2,1 5,-1 1,-1-4,1 3,-2 0,-3 0,0-3,-1-1,-3-1,0-1,0-4,-2 2,0-2,4-3,2-3,1-3,3-2,1-4,5-5,7-3,13-9,7-6,3-7,9-6,-5 0,-4 4,-9 6,-2 1,-5 3,-5 3,1 2,-4-1,-4 3,-5 2,0 2,-2 2,-1 3,-2 2,0 2,-2 2,0 2,2 3,1 6,1 5,-5 3,0 0,-5 1,1-3,-3-1,0 5,-1 2,4 0,2 0,2-2,-1-1,-1-4,-2 2,-1-2,-2-2,1-1,-2-1,2-2,-2 1,1-2,5-1,2-3,2-1,1-1,2-1,4 0,3 0,5-1,2 1,4 0,6-6,4-4,2-6,-2 0,4-6,-4 1,-4 2,-3 1,-4 0,-1 5,-4 3,-4 4,-5 3,-6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8-11-28T21:09:13.642"/>
    </inkml:context>
    <inkml:brush xml:id="br0">
      <inkml:brushProperty name="width" value="0.17639" units="cm"/>
      <inkml:brushProperty name="height" value="0.17639" units="cm"/>
      <inkml:brushProperty name="ignorePressure" value="1"/>
    </inkml:brush>
  </inkml:definitions>
  <inkml:trace contextRef="#ctx0" brushRef="#br0">0 562,'0'-3,"3"-3,3-4,7-3,6 2,2-2,12-5,8-9,0-1,4 0,2 0,-4 5,-1 3,-5 3,-6 3,2 3,-1-3,-4-2,5-1,-2 0,-2 3,2 1,-2-3,-3 1,-4 4,-2 3,-2 4,2 1,-1 2,0 1,-1 4,-1 3,0 3,5 6,1 5,0 2,-4 0,-3-4,-1-3,-4-1,0-3,-2-2,2-1,0 0,1-2,0 4,2 0,0-3,2-1,0-3,2-2,8-1,3-1,3 0,13-1,6-2,-3-1,10-8,8-4,-1-6,12-6,-4 1,-3-3,-3-5,-5 5,-5 3,0 5,-3-1,-2 2,1 5,-6 1,-5 4,3-1,-2 0,-7 3,-6 3,-6 3,-4 1,0 1,-1 4,-1 12,0 11,-4 5,1 5,-1-2,-1-3,-3-4,-2-4,-1-6,10-6,7-5,3-3,15-3,14 0,9-1,20-6,10-4,4 0,13-4,1-5,-8 2,5 3,-5 4,-12 4,-6 4,-14 2,-15 1,-15 0,-6 1,-9 3,-7 3,-4 3,3 19,-2 7,-1 6,7 12,0 5,-2-5,-2-1,-1-6,-4-9,-2-11,-3-7,-1-7,15-11,11-9,10-6,23-19,7-13,2-4,13-7,-2-3,-12 10,-9 6,-10 12,-12 10,-11 7,-5 0,-6 2,-4 3,-2 1,-1 2,-1 1,0 2,2 1,2 2,0 0,-1 0,0 6,-1 7,5 4,5 13,-1 4,-4-2,-3-5,-5-5,1-6,0-6,9-5,14-8,22-12,14-7,0-4,13-6,-4-3,-8 1,-8 7,-13 8,-16 5,-11 4,-8 4,-4 3,-3 2,3 1,2 1,-3 3,-1 3,1 6,-3 4,0-2,-2 0,0 0,-1 0,0-2,-1-1,4-2,0-1,4-1,1-2,10-3,16-9,9-7,4-6,10-3,1-3,-5 3,-5 2,-9 5,-10 4,-11 8,-7 6,-8 6,-4 6,1 2,-1-1,2 1,1-3,3-4,1-4,1-2,-2 0,-1 0,-2-1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62B86B-602D-4807-A4C6-49A2D792B5FA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A923DB-1019-4BBB-9441-5E79C8893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574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A923DB-1019-4BBB-9441-5E79C8893A2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6909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A923DB-1019-4BBB-9441-5E79C8893A2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8861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A923DB-1019-4BBB-9441-5E79C8893A2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5950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A923DB-1019-4BBB-9441-5E79C8893A2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1293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A923DB-1019-4BBB-9441-5E79C8893A2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1480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A923DB-1019-4BBB-9441-5E79C8893A2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479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14769-BD35-46E7-AAD9-A68DAA1E74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BEEDF9-5DB6-4349-A7DE-4EACDDB16B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E2B00B-AFEA-4C28-84AC-E07774465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9E5CE-9E2F-4137-94E0-5AE06EE15E38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D74D3-102C-4C65-B932-F081161FF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8956C0-2DB3-442D-93B0-57F13ACC9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4D2D7-4069-4F15-BBAF-5954BEF08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421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C5EEC-B835-413B-9203-3F7CE1514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2A3E4-16BC-448A-BB19-AC0CC1DDB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C7000-2B40-4524-8FF8-02040BC99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9E5CE-9E2F-4137-94E0-5AE06EE15E38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9E8D73-6484-4CAC-9BEF-B70AFD26C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1EF19-3C69-4E20-B2E4-0B4705529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4D2D7-4069-4F15-BBAF-5954BEF08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274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296A6-54EA-4AA2-83DA-9EC583084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DA0D2E-02E9-49A6-AE56-8A8313568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00B9D-1F42-4E01-84A3-CBBA95520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9E5CE-9E2F-4137-94E0-5AE06EE15E38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0DC9B-01BA-494D-A3F6-BC4F5C43C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FFCBC-F447-47A2-9C6F-BC1F5115B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4D2D7-4069-4F15-BBAF-5954BEF08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145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48BB6-DF1D-465B-BEB7-DCD7A6017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6C698-A72A-4E70-9181-5E7D1AFB55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08F33-25F9-4942-A32E-C425AB4CBD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FB7457-E231-4688-93AD-89871BC97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9E5CE-9E2F-4137-94E0-5AE06EE15E38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2BC49B-03AF-4035-8823-3B85DB92C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E1F04-798E-4B39-8048-59EF7292E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4D2D7-4069-4F15-BBAF-5954BEF08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610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E2E43-690C-4DA5-8F01-751334ABE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0AEE11-7EA3-4F50-B6E1-3100E233E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785D02-9E7E-415B-BAB6-C601A6AC6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3E2C6B-9F06-4533-9CF5-3BD9E3CBE2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888A83-BCEB-4A9A-BA64-7530FEF4C9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1E7682-D065-43B8-BBFE-CA393046F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9E5CE-9E2F-4137-94E0-5AE06EE15E38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C620EA-BF8B-4484-963C-F70CE756E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CC9261-63FD-4F6F-9954-C731BA2F1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4D2D7-4069-4F15-BBAF-5954BEF08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117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7D6E8-5491-47A1-9823-2336029F3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38752B-818C-4784-89A8-EDDEFAA74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9E5CE-9E2F-4137-94E0-5AE06EE15E38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487BE7-418F-4F2B-B38E-52AB9FE70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710C14-4C6D-4532-AE59-05A5F2461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4D2D7-4069-4F15-BBAF-5954BEF08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543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3C5356-49DA-4900-8188-D9B05234A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9E5CE-9E2F-4137-94E0-5AE06EE15E38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DDF225-CB0C-4BA1-9D6E-A88C01304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1F1D04-7679-431D-9AF8-74E984A26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4D2D7-4069-4F15-BBAF-5954BEF08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087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C794-FE0E-46EF-84FC-20AE0DB17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2AF23-AD92-40EA-9A0C-461A45D32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D64E0D-D59C-4F65-A738-B29A72BA27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6D50ED-26D2-4532-83A2-13498FFF6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9E5CE-9E2F-4137-94E0-5AE06EE15E38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9C217B-5467-49A7-ADEE-65FB693B3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F88B9E-3AC3-4FED-BAF1-A08B0625A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4D2D7-4069-4F15-BBAF-5954BEF08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501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50A23-B8F0-4725-B496-B7BEC7C19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B6AF48-C647-474D-A269-2100A33222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5F1E2F-957D-43DF-B7D4-280EB3641A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C3D516-5A23-458A-B336-A56C156F1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9E5CE-9E2F-4137-94E0-5AE06EE15E38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939F20-464C-40DC-A35C-849222DBA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931014-6228-4451-AC6B-A6404E682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4D2D7-4069-4F15-BBAF-5954BEF08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117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0046E-2CDB-4BA3-8A50-54EAEF575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D8BAD9-BC19-4A0E-ACDA-E42EC4822A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3111B-4669-424F-BDCC-062973EAA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9E5CE-9E2F-4137-94E0-5AE06EE15E38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2CAE9-9C60-4D93-AF31-E106126FE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27368-5C8F-4B59-8140-34A3C2A2F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4D2D7-4069-4F15-BBAF-5954BEF08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788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957DA4-3D93-42FA-B9ED-FE6FA58764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A3CA65-82A5-473C-B487-8026CF6169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282D5-DF14-4BF3-A5C7-4BE4EA867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9E5CE-9E2F-4137-94E0-5AE06EE15E38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B1113-6AFE-480D-8DF8-E03A13646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3B603-807F-4FF5-9952-50EE7AD2C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4D2D7-4069-4F15-BBAF-5954BEF08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234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1F2850-8851-4CDB-8146-4AFF50B8D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BFEC55-BA7F-4BA4-9752-4E77ED5D2D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C4043-5487-4B5F-A055-403EA9B71C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99E5CE-9E2F-4137-94E0-5AE06EE15E38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4712B-45F4-42C1-934B-45240EF43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444D92-A925-44EF-A8DE-818E74CA2F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24D2D7-4069-4F15-BBAF-5954BEF08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516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130.png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5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cid:image007.png@01D48725.89F3C120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D5D0D7C-ED5B-4C62-96E7-42B517469C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210" y="3666791"/>
            <a:ext cx="804168" cy="8041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883E705-8225-4382-B9A6-33B44E8DC3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219" y="514637"/>
            <a:ext cx="1529279" cy="9436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68A53F-2C0B-4FF8-B527-E7B377C6AF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3208" y="469115"/>
            <a:ext cx="1018144" cy="9436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DC48B1-7A15-4ED6-A962-DA4D037F43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0689" y="358136"/>
            <a:ext cx="1100146" cy="110014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82F8C0F-4D83-49AD-8DE8-F93C4ECA87B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3208" y="2007801"/>
            <a:ext cx="857370" cy="857370"/>
          </a:xfrm>
          <a:prstGeom prst="rect">
            <a:avLst/>
          </a:prstGeom>
        </p:spPr>
      </p:pic>
      <p:pic>
        <p:nvPicPr>
          <p:cNvPr id="10" name="Picture 2" descr="Image result for icon magnifying glass">
            <a:extLst>
              <a:ext uri="{FF2B5EF4-FFF2-40B4-BE49-F238E27FC236}">
                <a16:creationId xmlns:a16="http://schemas.microsoft.com/office/drawing/2014/main" id="{0D5D2FAA-75F2-4D7D-A934-7C6195F172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6203" y="2007939"/>
            <a:ext cx="254945" cy="254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712A5E-786B-434B-8C09-9FD68CCCAB9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219" y="2135411"/>
            <a:ext cx="476316" cy="47631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E2BF975-F557-4B84-92E6-B33117484A20}"/>
              </a:ext>
            </a:extLst>
          </p:cNvPr>
          <p:cNvSpPr/>
          <p:nvPr/>
        </p:nvSpPr>
        <p:spPr>
          <a:xfrm>
            <a:off x="372390" y="1907773"/>
            <a:ext cx="881973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7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Recommendations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2E97B16-7B5E-4D7A-BE0D-295DE7344D1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20861" y="2007800"/>
            <a:ext cx="655608" cy="82614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7586601-5DFA-4F22-87E4-98025451847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96586" y="2007800"/>
            <a:ext cx="655609" cy="8261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4908DF1-10B3-4D6B-9412-B6D047FAF36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10190" y="1941049"/>
            <a:ext cx="857370" cy="85737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30B0BD8-7BF9-40FF-BF8C-EC70C8A3A8B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57619" y="295371"/>
            <a:ext cx="5785822" cy="442615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957FBFE-FF55-4951-A077-C43A3E9656DE}"/>
              </a:ext>
            </a:extLst>
          </p:cNvPr>
          <p:cNvSpPr/>
          <p:nvPr/>
        </p:nvSpPr>
        <p:spPr>
          <a:xfrm rot="20119058">
            <a:off x="4464864" y="1084740"/>
            <a:ext cx="912825" cy="30777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Stateful</a:t>
            </a:r>
          </a:p>
        </p:txBody>
      </p:sp>
    </p:spTree>
    <p:extLst>
      <p:ext uri="{BB962C8B-B14F-4D97-AF65-F5344CB8AC3E}">
        <p14:creationId xmlns:p14="http://schemas.microsoft.com/office/powerpoint/2010/main" val="3482243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D498AD00-F33F-45F1-945B-84CDEDF7824B}"/>
              </a:ext>
            </a:extLst>
          </p:cNvPr>
          <p:cNvSpPr/>
          <p:nvPr/>
        </p:nvSpPr>
        <p:spPr>
          <a:xfrm>
            <a:off x="6665343" y="632604"/>
            <a:ext cx="2628181" cy="38817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9AC4E5F-8308-49D4-8B13-65311877D4B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9568"/>
          <a:stretch/>
        </p:blipFill>
        <p:spPr>
          <a:xfrm>
            <a:off x="5851642" y="3186023"/>
            <a:ext cx="4219575" cy="2704471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0C8A6C06-88AE-416E-8294-CEB79CB9ABF3}"/>
              </a:ext>
            </a:extLst>
          </p:cNvPr>
          <p:cNvSpPr/>
          <p:nvPr/>
        </p:nvSpPr>
        <p:spPr>
          <a:xfrm>
            <a:off x="6671094" y="632604"/>
            <a:ext cx="2628181" cy="2553419"/>
          </a:xfrm>
          <a:prstGeom prst="rect">
            <a:avLst/>
          </a:prstGeom>
          <a:noFill/>
          <a:ln w="1270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8E02F17-C643-4EE0-B8FD-4645D39C3553}"/>
              </a:ext>
            </a:extLst>
          </p:cNvPr>
          <p:cNvCxnSpPr>
            <a:stCxn id="28" idx="1"/>
            <a:endCxn id="28" idx="3"/>
          </p:cNvCxnSpPr>
          <p:nvPr/>
        </p:nvCxnSpPr>
        <p:spPr>
          <a:xfrm>
            <a:off x="6671094" y="1909314"/>
            <a:ext cx="2628181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F1A30D4-1196-46A4-A71F-A1797ADA662F}"/>
              </a:ext>
            </a:extLst>
          </p:cNvPr>
          <p:cNvCxnSpPr/>
          <p:nvPr/>
        </p:nvCxnSpPr>
        <p:spPr>
          <a:xfrm>
            <a:off x="6719977" y="1061049"/>
            <a:ext cx="2628181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1016D38-44C4-434C-AAFB-F489273F0166}"/>
              </a:ext>
            </a:extLst>
          </p:cNvPr>
          <p:cNvCxnSpPr/>
          <p:nvPr/>
        </p:nvCxnSpPr>
        <p:spPr>
          <a:xfrm>
            <a:off x="6671094" y="1477993"/>
            <a:ext cx="2628181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B5735BA-F8F7-402A-9272-C35C280EF7E1}"/>
              </a:ext>
            </a:extLst>
          </p:cNvPr>
          <p:cNvCxnSpPr/>
          <p:nvPr/>
        </p:nvCxnSpPr>
        <p:spPr>
          <a:xfrm>
            <a:off x="6665343" y="2340633"/>
            <a:ext cx="2628181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9742BB4-CA3B-4BB5-9FE4-6FDA8AB40F1C}"/>
              </a:ext>
            </a:extLst>
          </p:cNvPr>
          <p:cNvCxnSpPr/>
          <p:nvPr/>
        </p:nvCxnSpPr>
        <p:spPr>
          <a:xfrm>
            <a:off x="6616460" y="2746075"/>
            <a:ext cx="2628181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597AE88-73F1-4E44-B50C-B540571FDC2A}"/>
              </a:ext>
            </a:extLst>
          </p:cNvPr>
          <p:cNvCxnSpPr>
            <a:cxnSpLocks/>
          </p:cNvCxnSpPr>
          <p:nvPr/>
        </p:nvCxnSpPr>
        <p:spPr>
          <a:xfrm>
            <a:off x="7510732" y="632604"/>
            <a:ext cx="0" cy="2562045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3E9061F-79AA-44B3-A320-37B36EFD77E4}"/>
              </a:ext>
            </a:extLst>
          </p:cNvPr>
          <p:cNvCxnSpPr>
            <a:cxnSpLocks/>
          </p:cNvCxnSpPr>
          <p:nvPr/>
        </p:nvCxnSpPr>
        <p:spPr>
          <a:xfrm>
            <a:off x="8428007" y="664235"/>
            <a:ext cx="0" cy="2562045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9B9FF524-CA7A-43AA-A61F-42ED3E98E7AB}"/>
                  </a:ext>
                </a:extLst>
              </p14:cNvPr>
              <p14:cNvContentPartPr/>
              <p14:nvPr/>
            </p14:nvContentPartPr>
            <p14:xfrm>
              <a:off x="6693994" y="2023184"/>
              <a:ext cx="2634480" cy="18540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9B9FF524-CA7A-43AA-A61F-42ED3E98E7A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62314" y="1991864"/>
                <a:ext cx="269748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9E0D1984-28A9-4A54-AE33-6EF2DF23526C}"/>
                  </a:ext>
                </a:extLst>
              </p14:cNvPr>
              <p14:cNvContentPartPr/>
              <p14:nvPr/>
            </p14:nvContentPartPr>
            <p14:xfrm>
              <a:off x="6682474" y="2845784"/>
              <a:ext cx="2572200" cy="2304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9E0D1984-28A9-4A54-AE33-6EF2DF23526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50794" y="2814104"/>
                <a:ext cx="2635200" cy="293400"/>
              </a:xfrm>
              <a:prstGeom prst="rect">
                <a:avLst/>
              </a:prstGeom>
            </p:spPr>
          </p:pic>
        </mc:Fallback>
      </mc:AlternateContent>
      <p:pic>
        <p:nvPicPr>
          <p:cNvPr id="44" name="Picture 43">
            <a:extLst>
              <a:ext uri="{FF2B5EF4-FFF2-40B4-BE49-F238E27FC236}">
                <a16:creationId xmlns:a16="http://schemas.microsoft.com/office/drawing/2014/main" id="{862282AD-E7F2-4813-9303-7B244FD94A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62473" y="1137021"/>
            <a:ext cx="2143125" cy="2143125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4473FEBE-845E-449C-B603-6CED29BAA9E2}"/>
              </a:ext>
            </a:extLst>
          </p:cNvPr>
          <p:cNvSpPr/>
          <p:nvPr/>
        </p:nvSpPr>
        <p:spPr>
          <a:xfrm>
            <a:off x="2533861" y="1483965"/>
            <a:ext cx="1362973" cy="14492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D6E518D-21F8-46EB-92E4-4CF38E61D309}"/>
              </a:ext>
            </a:extLst>
          </p:cNvPr>
          <p:cNvSpPr/>
          <p:nvPr/>
        </p:nvSpPr>
        <p:spPr>
          <a:xfrm>
            <a:off x="2378881" y="1779194"/>
            <a:ext cx="172354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Cache</a:t>
            </a:r>
          </a:p>
        </p:txBody>
      </p:sp>
    </p:spTree>
    <p:extLst>
      <p:ext uri="{BB962C8B-B14F-4D97-AF65-F5344CB8AC3E}">
        <p14:creationId xmlns:p14="http://schemas.microsoft.com/office/powerpoint/2010/main" val="3680613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model explainability &quot;feature importance&quot;">
            <a:extLst>
              <a:ext uri="{FF2B5EF4-FFF2-40B4-BE49-F238E27FC236}">
                <a16:creationId xmlns:a16="http://schemas.microsoft.com/office/drawing/2014/main" id="{FEA5F986-0D4B-442A-984D-323F0F61BF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43"/>
          <a:stretch/>
        </p:blipFill>
        <p:spPr bwMode="auto">
          <a:xfrm>
            <a:off x="3758689" y="858135"/>
            <a:ext cx="6806450" cy="5206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2D075F7-6B7D-4253-866F-A75E51A092D1}"/>
              </a:ext>
            </a:extLst>
          </p:cNvPr>
          <p:cNvSpPr/>
          <p:nvPr/>
        </p:nvSpPr>
        <p:spPr>
          <a:xfrm>
            <a:off x="2251509" y="1189232"/>
            <a:ext cx="15627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Feature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4C026B-1911-4353-8114-465AAA5E34CB}"/>
              </a:ext>
            </a:extLst>
          </p:cNvPr>
          <p:cNvSpPr/>
          <p:nvPr/>
        </p:nvSpPr>
        <p:spPr>
          <a:xfrm>
            <a:off x="2251509" y="1814915"/>
            <a:ext cx="15627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Feature 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2DB0F6-5C8D-4AB3-810F-A7EE511B3A8F}"/>
              </a:ext>
            </a:extLst>
          </p:cNvPr>
          <p:cNvSpPr/>
          <p:nvPr/>
        </p:nvSpPr>
        <p:spPr>
          <a:xfrm>
            <a:off x="2251508" y="2472762"/>
            <a:ext cx="15627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Feature 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AD6272-02BD-4BF4-8464-17D44D9DC83B}"/>
              </a:ext>
            </a:extLst>
          </p:cNvPr>
          <p:cNvSpPr/>
          <p:nvPr/>
        </p:nvSpPr>
        <p:spPr>
          <a:xfrm>
            <a:off x="2251508" y="3112229"/>
            <a:ext cx="15627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Feature 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1A2E3B-D28F-4AFD-9FD5-E4B9500BD8D0}"/>
              </a:ext>
            </a:extLst>
          </p:cNvPr>
          <p:cNvSpPr/>
          <p:nvPr/>
        </p:nvSpPr>
        <p:spPr>
          <a:xfrm>
            <a:off x="2251507" y="3742507"/>
            <a:ext cx="15627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Feature 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4BFDD2-35A3-4815-A03B-F8236C1A7F7A}"/>
              </a:ext>
            </a:extLst>
          </p:cNvPr>
          <p:cNvSpPr/>
          <p:nvPr/>
        </p:nvSpPr>
        <p:spPr>
          <a:xfrm>
            <a:off x="2251506" y="4368190"/>
            <a:ext cx="15627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Feature 6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AC965A-6DFC-494F-859C-89A3B3E48A97}"/>
              </a:ext>
            </a:extLst>
          </p:cNvPr>
          <p:cNvSpPr/>
          <p:nvPr/>
        </p:nvSpPr>
        <p:spPr>
          <a:xfrm>
            <a:off x="2251506" y="4984682"/>
            <a:ext cx="15627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Feature 7</a:t>
            </a:r>
          </a:p>
        </p:txBody>
      </p:sp>
    </p:spTree>
    <p:extLst>
      <p:ext uri="{BB962C8B-B14F-4D97-AF65-F5344CB8AC3E}">
        <p14:creationId xmlns:p14="http://schemas.microsoft.com/office/powerpoint/2010/main" val="2790143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Related image">
            <a:extLst>
              <a:ext uri="{FF2B5EF4-FFF2-40B4-BE49-F238E27FC236}">
                <a16:creationId xmlns:a16="http://schemas.microsoft.com/office/drawing/2014/main" id="{0DA0859F-3148-4C66-B01D-CF4329E491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2318" y="782088"/>
            <a:ext cx="2696095" cy="2696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472D281-33A6-4F2F-924D-E759F8E8F236}"/>
              </a:ext>
            </a:extLst>
          </p:cNvPr>
          <p:cNvSpPr/>
          <p:nvPr/>
        </p:nvSpPr>
        <p:spPr>
          <a:xfrm>
            <a:off x="7822874" y="236605"/>
            <a:ext cx="22749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ML.NET pipeline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6763BBD-D24B-45EC-8BF1-CDC478AAEC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367" y="3790220"/>
            <a:ext cx="2143125" cy="2143125"/>
          </a:xfrm>
          <a:prstGeom prst="rect">
            <a:avLst/>
          </a:prstGeom>
        </p:spPr>
      </p:pic>
      <p:pic>
        <p:nvPicPr>
          <p:cNvPr id="1034" name="Picture 10" descr="Image result for &quot;Visual Studio&quot; logo">
            <a:extLst>
              <a:ext uri="{FF2B5EF4-FFF2-40B4-BE49-F238E27FC236}">
                <a16:creationId xmlns:a16="http://schemas.microsoft.com/office/drawing/2014/main" id="{50158CBC-CE60-479B-B8DC-96B15E7D72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4997" y="4005350"/>
            <a:ext cx="1794162" cy="1794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age result for Rocket get started icon">
            <a:extLst>
              <a:ext uri="{FF2B5EF4-FFF2-40B4-BE49-F238E27FC236}">
                <a16:creationId xmlns:a16="http://schemas.microsoft.com/office/drawing/2014/main" id="{2D262007-A7A5-4BED-AB4A-7063086746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1941" y="3833552"/>
            <a:ext cx="1905173" cy="1905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958F57CB-B44B-4A53-83C6-8D33F1E4B41E}"/>
              </a:ext>
            </a:extLst>
          </p:cNvPr>
          <p:cNvGrpSpPr/>
          <p:nvPr/>
        </p:nvGrpSpPr>
        <p:grpSpPr>
          <a:xfrm>
            <a:off x="4082438" y="571185"/>
            <a:ext cx="2241319" cy="2281465"/>
            <a:chOff x="8029244" y="3569308"/>
            <a:chExt cx="2241319" cy="2281465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8DD0FA17-F476-4BA1-9A59-B4671AF9EC47}"/>
                </a:ext>
              </a:extLst>
            </p:cNvPr>
            <p:cNvSpPr/>
            <p:nvPr/>
          </p:nvSpPr>
          <p:spPr>
            <a:xfrm>
              <a:off x="8221805" y="4056611"/>
              <a:ext cx="1794162" cy="1794162"/>
            </a:xfrm>
            <a:prstGeom prst="ellipse">
              <a:avLst/>
            </a:prstGeom>
            <a:noFill/>
            <a:ln w="44450">
              <a:solidFill>
                <a:srgbClr val="289CD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86360A9-AB1F-4537-BAD4-0C345D429589}"/>
                </a:ext>
              </a:extLst>
            </p:cNvPr>
            <p:cNvSpPr/>
            <p:nvPr/>
          </p:nvSpPr>
          <p:spPr>
            <a:xfrm>
              <a:off x="8241102" y="4255666"/>
              <a:ext cx="1742536" cy="908749"/>
            </a:xfrm>
            <a:custGeom>
              <a:avLst/>
              <a:gdLst>
                <a:gd name="connsiteX0" fmla="*/ 0 w 1742536"/>
                <a:gd name="connsiteY0" fmla="*/ 822417 h 908749"/>
                <a:gd name="connsiteX1" fmla="*/ 172528 w 1742536"/>
                <a:gd name="connsiteY1" fmla="*/ 598130 h 908749"/>
                <a:gd name="connsiteX2" fmla="*/ 345056 w 1742536"/>
                <a:gd name="connsiteY2" fmla="*/ 730402 h 908749"/>
                <a:gd name="connsiteX3" fmla="*/ 506083 w 1742536"/>
                <a:gd name="connsiteY3" fmla="*/ 598130 h 908749"/>
                <a:gd name="connsiteX4" fmla="*/ 667109 w 1742536"/>
                <a:gd name="connsiteY4" fmla="*/ 782160 h 908749"/>
                <a:gd name="connsiteX5" fmla="*/ 736121 w 1742536"/>
                <a:gd name="connsiteY5" fmla="*/ 603881 h 908749"/>
                <a:gd name="connsiteX6" fmla="*/ 810883 w 1742536"/>
                <a:gd name="connsiteY6" fmla="*/ 891428 h 908749"/>
                <a:gd name="connsiteX7" fmla="*/ 1035170 w 1742536"/>
                <a:gd name="connsiteY7" fmla="*/ 32 h 908749"/>
                <a:gd name="connsiteX8" fmla="*/ 1184694 w 1742536"/>
                <a:gd name="connsiteY8" fmla="*/ 856923 h 908749"/>
                <a:gd name="connsiteX9" fmla="*/ 1288211 w 1742536"/>
                <a:gd name="connsiteY9" fmla="*/ 644138 h 908749"/>
                <a:gd name="connsiteX10" fmla="*/ 1362973 w 1742536"/>
                <a:gd name="connsiteY10" fmla="*/ 822417 h 908749"/>
                <a:gd name="connsiteX11" fmla="*/ 1454989 w 1742536"/>
                <a:gd name="connsiteY11" fmla="*/ 615383 h 908749"/>
                <a:gd name="connsiteX12" fmla="*/ 1524000 w 1742536"/>
                <a:gd name="connsiteY12" fmla="*/ 776409 h 908749"/>
                <a:gd name="connsiteX13" fmla="*/ 1581509 w 1742536"/>
                <a:gd name="connsiteY13" fmla="*/ 655640 h 908749"/>
                <a:gd name="connsiteX14" fmla="*/ 1633268 w 1742536"/>
                <a:gd name="connsiteY14" fmla="*/ 810915 h 908749"/>
                <a:gd name="connsiteX15" fmla="*/ 1673524 w 1742536"/>
                <a:gd name="connsiteY15" fmla="*/ 701647 h 908749"/>
                <a:gd name="connsiteX16" fmla="*/ 1742536 w 1742536"/>
                <a:gd name="connsiteY16" fmla="*/ 805164 h 908749"/>
                <a:gd name="connsiteX17" fmla="*/ 1742536 w 1742536"/>
                <a:gd name="connsiteY17" fmla="*/ 805164 h 908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42536" h="908749">
                  <a:moveTo>
                    <a:pt x="0" y="822417"/>
                  </a:moveTo>
                  <a:cubicBezTo>
                    <a:pt x="57509" y="717941"/>
                    <a:pt x="115019" y="613466"/>
                    <a:pt x="172528" y="598130"/>
                  </a:cubicBezTo>
                  <a:cubicBezTo>
                    <a:pt x="230037" y="582794"/>
                    <a:pt x="289464" y="730402"/>
                    <a:pt x="345056" y="730402"/>
                  </a:cubicBezTo>
                  <a:cubicBezTo>
                    <a:pt x="400648" y="730402"/>
                    <a:pt x="452408" y="589504"/>
                    <a:pt x="506083" y="598130"/>
                  </a:cubicBezTo>
                  <a:cubicBezTo>
                    <a:pt x="559758" y="606756"/>
                    <a:pt x="628769" y="781201"/>
                    <a:pt x="667109" y="782160"/>
                  </a:cubicBezTo>
                  <a:cubicBezTo>
                    <a:pt x="705449" y="783119"/>
                    <a:pt x="712159" y="585670"/>
                    <a:pt x="736121" y="603881"/>
                  </a:cubicBezTo>
                  <a:cubicBezTo>
                    <a:pt x="760083" y="622092"/>
                    <a:pt x="761042" y="992069"/>
                    <a:pt x="810883" y="891428"/>
                  </a:cubicBezTo>
                  <a:cubicBezTo>
                    <a:pt x="860724" y="790787"/>
                    <a:pt x="972868" y="5783"/>
                    <a:pt x="1035170" y="32"/>
                  </a:cubicBezTo>
                  <a:cubicBezTo>
                    <a:pt x="1097472" y="-5719"/>
                    <a:pt x="1142521" y="749572"/>
                    <a:pt x="1184694" y="856923"/>
                  </a:cubicBezTo>
                  <a:cubicBezTo>
                    <a:pt x="1226867" y="964274"/>
                    <a:pt x="1258498" y="649889"/>
                    <a:pt x="1288211" y="644138"/>
                  </a:cubicBezTo>
                  <a:cubicBezTo>
                    <a:pt x="1317924" y="638387"/>
                    <a:pt x="1335177" y="827209"/>
                    <a:pt x="1362973" y="822417"/>
                  </a:cubicBezTo>
                  <a:cubicBezTo>
                    <a:pt x="1390769" y="817625"/>
                    <a:pt x="1428151" y="623051"/>
                    <a:pt x="1454989" y="615383"/>
                  </a:cubicBezTo>
                  <a:cubicBezTo>
                    <a:pt x="1481827" y="607715"/>
                    <a:pt x="1502913" y="769699"/>
                    <a:pt x="1524000" y="776409"/>
                  </a:cubicBezTo>
                  <a:cubicBezTo>
                    <a:pt x="1545087" y="783118"/>
                    <a:pt x="1563298" y="649889"/>
                    <a:pt x="1581509" y="655640"/>
                  </a:cubicBezTo>
                  <a:cubicBezTo>
                    <a:pt x="1599720" y="661391"/>
                    <a:pt x="1617932" y="803247"/>
                    <a:pt x="1633268" y="810915"/>
                  </a:cubicBezTo>
                  <a:cubicBezTo>
                    <a:pt x="1648604" y="818583"/>
                    <a:pt x="1655313" y="702605"/>
                    <a:pt x="1673524" y="701647"/>
                  </a:cubicBezTo>
                  <a:cubicBezTo>
                    <a:pt x="1691735" y="700689"/>
                    <a:pt x="1742536" y="805164"/>
                    <a:pt x="1742536" y="805164"/>
                  </a:cubicBezTo>
                  <a:lnTo>
                    <a:pt x="1742536" y="805164"/>
                  </a:lnTo>
                </a:path>
              </a:pathLst>
            </a:custGeom>
            <a:noFill/>
            <a:ln w="31750">
              <a:solidFill>
                <a:srgbClr val="289CD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26" name="Picture 2" descr="Image result for icon magnifying glass">
              <a:extLst>
                <a:ext uri="{FF2B5EF4-FFF2-40B4-BE49-F238E27FC236}">
                  <a16:creationId xmlns:a16="http://schemas.microsoft.com/office/drawing/2014/main" id="{1429CF30-3DD4-47C4-B8A7-129435CBD4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02857" y="4056611"/>
              <a:ext cx="983016" cy="9830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7DEB47D-1536-471A-A215-8EFD23764E98}"/>
                </a:ext>
              </a:extLst>
            </p:cNvPr>
            <p:cNvSpPr/>
            <p:nvPr/>
          </p:nvSpPr>
          <p:spPr>
            <a:xfrm>
              <a:off x="8029244" y="3569308"/>
              <a:ext cx="224131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Anomaly Detection</a:t>
              </a: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B40A5694-E5D6-47D0-849A-0A6E45DF74F9}"/>
              </a:ext>
            </a:extLst>
          </p:cNvPr>
          <p:cNvSpPr/>
          <p:nvPr/>
        </p:nvSpPr>
        <p:spPr>
          <a:xfrm>
            <a:off x="746595" y="550657"/>
            <a:ext cx="2884123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Recommendations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E1F3DC9-91C3-4726-A2A0-4A86D4B08678}"/>
              </a:ext>
            </a:extLst>
          </p:cNvPr>
          <p:cNvGrpSpPr/>
          <p:nvPr/>
        </p:nvGrpSpPr>
        <p:grpSpPr>
          <a:xfrm>
            <a:off x="7518303" y="4529135"/>
            <a:ext cx="2884123" cy="1992831"/>
            <a:chOff x="765892" y="623885"/>
            <a:chExt cx="2884123" cy="1992831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3730CB43-1636-49FC-A926-E9E23E761577}"/>
                </a:ext>
              </a:extLst>
            </p:cNvPr>
            <p:cNvSpPr/>
            <p:nvPr/>
          </p:nvSpPr>
          <p:spPr>
            <a:xfrm>
              <a:off x="765892" y="623885"/>
              <a:ext cx="2884123" cy="5078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7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Recommendations</a:t>
              </a: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76FF9761-C1A6-4AFF-8B4B-68DFB78856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1326" y="1336556"/>
              <a:ext cx="1280160" cy="1280160"/>
            </a:xfrm>
            <a:prstGeom prst="ellipse">
              <a:avLst/>
            </a:prstGeom>
            <a:solidFill>
              <a:srgbClr val="1C9C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CC1FA5D7-F21F-44A6-A888-1EFE6EC3E293}"/>
                </a:ext>
              </a:extLst>
            </p:cNvPr>
            <p:cNvGrpSpPr/>
            <p:nvPr/>
          </p:nvGrpSpPr>
          <p:grpSpPr>
            <a:xfrm>
              <a:off x="2286700" y="1317504"/>
              <a:ext cx="1280160" cy="1280160"/>
              <a:chOff x="9537939" y="4451230"/>
              <a:chExt cx="1280160" cy="1280160"/>
            </a:xfrm>
          </p:grpSpPr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A5CB243B-816A-4BFB-B8F5-6983721CDC6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537939" y="4451230"/>
                <a:ext cx="1280160" cy="1280160"/>
              </a:xfrm>
              <a:prstGeom prst="ellipse">
                <a:avLst/>
              </a:prstGeom>
              <a:solidFill>
                <a:srgbClr val="1C9CD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E06134D9-2CBF-469F-A050-4F3F973CB9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90326" y="4997570"/>
                <a:ext cx="249843" cy="368061"/>
              </a:xfrm>
              <a:prstGeom prst="line">
                <a:avLst/>
              </a:prstGeom>
              <a:ln w="1905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796D4935-F18F-4808-9A95-EA436C4237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66014" y="4790981"/>
                <a:ext cx="436259" cy="579177"/>
              </a:xfrm>
              <a:prstGeom prst="line">
                <a:avLst/>
              </a:prstGeom>
              <a:ln w="1905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Right Triangle 66">
                <a:extLst>
                  <a:ext uri="{FF2B5EF4-FFF2-40B4-BE49-F238E27FC236}">
                    <a16:creationId xmlns:a16="http://schemas.microsoft.com/office/drawing/2014/main" id="{C62DFFE6-3D80-4B14-B3B4-31224F58BCF9}"/>
                  </a:ext>
                </a:extLst>
              </p:cNvPr>
              <p:cNvSpPr/>
              <p:nvPr/>
            </p:nvSpPr>
            <p:spPr>
              <a:xfrm rot="19218699">
                <a:off x="10071524" y="5389623"/>
                <a:ext cx="58414" cy="61387"/>
              </a:xfrm>
              <a:prstGeom prst="rt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Right Triangle 67">
                <a:extLst>
                  <a:ext uri="{FF2B5EF4-FFF2-40B4-BE49-F238E27FC236}">
                    <a16:creationId xmlns:a16="http://schemas.microsoft.com/office/drawing/2014/main" id="{33DC62F8-B9B5-42F5-B9F9-CC5F28425EB1}"/>
                  </a:ext>
                </a:extLst>
              </p:cNvPr>
              <p:cNvSpPr/>
              <p:nvPr/>
            </p:nvSpPr>
            <p:spPr>
              <a:xfrm rot="18647173">
                <a:off x="10062149" y="5352574"/>
                <a:ext cx="92266" cy="79276"/>
              </a:xfrm>
              <a:prstGeom prst="rt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D0936E4F-2D3D-4965-8ABE-0409A2C585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5049" y="1682696"/>
              <a:ext cx="535159" cy="591907"/>
            </a:xfrm>
            <a:prstGeom prst="line">
              <a:avLst/>
            </a:prstGeom>
            <a:ln w="1905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6689D9B-3709-442D-A9E4-4D2B15E6942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45049" y="1682696"/>
              <a:ext cx="535160" cy="579494"/>
            </a:xfrm>
            <a:prstGeom prst="line">
              <a:avLst/>
            </a:prstGeom>
            <a:ln w="1905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Star: 5 Points 51">
            <a:extLst>
              <a:ext uri="{FF2B5EF4-FFF2-40B4-BE49-F238E27FC236}">
                <a16:creationId xmlns:a16="http://schemas.microsoft.com/office/drawing/2014/main" id="{41D77F23-62BF-47CE-80B9-BEAF57430ABA}"/>
              </a:ext>
            </a:extLst>
          </p:cNvPr>
          <p:cNvSpPr/>
          <p:nvPr/>
        </p:nvSpPr>
        <p:spPr>
          <a:xfrm>
            <a:off x="1541607" y="1257543"/>
            <a:ext cx="581025" cy="564554"/>
          </a:xfrm>
          <a:prstGeom prst="star5">
            <a:avLst/>
          </a:prstGeom>
          <a:solidFill>
            <a:srgbClr val="1C9CD8"/>
          </a:solidFill>
          <a:ln w="28575">
            <a:solidFill>
              <a:srgbClr val="1C9C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Star: 5 Points 69">
            <a:extLst>
              <a:ext uri="{FF2B5EF4-FFF2-40B4-BE49-F238E27FC236}">
                <a16:creationId xmlns:a16="http://schemas.microsoft.com/office/drawing/2014/main" id="{1509E41D-386D-4F7A-A705-5803152049B3}"/>
              </a:ext>
            </a:extLst>
          </p:cNvPr>
          <p:cNvSpPr/>
          <p:nvPr/>
        </p:nvSpPr>
        <p:spPr>
          <a:xfrm>
            <a:off x="2246474" y="1257543"/>
            <a:ext cx="581025" cy="564554"/>
          </a:xfrm>
          <a:prstGeom prst="star5">
            <a:avLst/>
          </a:prstGeom>
          <a:solidFill>
            <a:srgbClr val="1C9CD8"/>
          </a:solidFill>
          <a:ln w="28575">
            <a:solidFill>
              <a:srgbClr val="1C9C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Star: 5 Points 70">
            <a:extLst>
              <a:ext uri="{FF2B5EF4-FFF2-40B4-BE49-F238E27FC236}">
                <a16:creationId xmlns:a16="http://schemas.microsoft.com/office/drawing/2014/main" id="{C3CAD0C9-08AA-4B4B-AE49-4539578D91A2}"/>
              </a:ext>
            </a:extLst>
          </p:cNvPr>
          <p:cNvSpPr/>
          <p:nvPr/>
        </p:nvSpPr>
        <p:spPr>
          <a:xfrm>
            <a:off x="2932044" y="1257543"/>
            <a:ext cx="581025" cy="564554"/>
          </a:xfrm>
          <a:prstGeom prst="star5">
            <a:avLst/>
          </a:prstGeom>
          <a:noFill/>
          <a:ln w="28575">
            <a:solidFill>
              <a:srgbClr val="1C9C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Star: 5 Points 71">
            <a:extLst>
              <a:ext uri="{FF2B5EF4-FFF2-40B4-BE49-F238E27FC236}">
                <a16:creationId xmlns:a16="http://schemas.microsoft.com/office/drawing/2014/main" id="{5486CAEC-5FC3-4BC9-A9B1-9D24D21F9D46}"/>
              </a:ext>
            </a:extLst>
          </p:cNvPr>
          <p:cNvSpPr/>
          <p:nvPr/>
        </p:nvSpPr>
        <p:spPr>
          <a:xfrm>
            <a:off x="822726" y="1257543"/>
            <a:ext cx="581025" cy="564554"/>
          </a:xfrm>
          <a:prstGeom prst="star5">
            <a:avLst/>
          </a:prstGeom>
          <a:solidFill>
            <a:srgbClr val="1C9CD8"/>
          </a:solidFill>
          <a:ln w="28575">
            <a:solidFill>
              <a:srgbClr val="1C9C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21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48F866F-399E-4194-805B-BD99E3401A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232" y="730123"/>
            <a:ext cx="4519349" cy="1720968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EAEA68-9DBB-4959-98C6-9481A1A671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97" y="2764438"/>
            <a:ext cx="9781712" cy="200309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63AEFD-89E2-416E-8442-97BD33718E59}"/>
              </a:ext>
            </a:extLst>
          </p:cNvPr>
          <p:cNvCxnSpPr/>
          <p:nvPr/>
        </p:nvCxnSpPr>
        <p:spPr>
          <a:xfrm>
            <a:off x="1587260" y="3232030"/>
            <a:ext cx="442823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row: Left 7">
            <a:extLst>
              <a:ext uri="{FF2B5EF4-FFF2-40B4-BE49-F238E27FC236}">
                <a16:creationId xmlns:a16="http://schemas.microsoft.com/office/drawing/2014/main" id="{EC8438EA-7B75-445E-874B-96F325A733D6}"/>
              </a:ext>
            </a:extLst>
          </p:cNvPr>
          <p:cNvSpPr/>
          <p:nvPr/>
        </p:nvSpPr>
        <p:spPr>
          <a:xfrm>
            <a:off x="2127849" y="3065253"/>
            <a:ext cx="287547" cy="218536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F347F67-8894-4403-A8F5-CA1E416DF3A3}"/>
              </a:ext>
            </a:extLst>
          </p:cNvPr>
          <p:cNvCxnSpPr>
            <a:cxnSpLocks/>
          </p:cNvCxnSpPr>
          <p:nvPr/>
        </p:nvCxnSpPr>
        <p:spPr>
          <a:xfrm>
            <a:off x="4367841" y="4281577"/>
            <a:ext cx="267419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C5FCCA5-E832-4A44-A1CE-C1AF896D48B8}"/>
              </a:ext>
            </a:extLst>
          </p:cNvPr>
          <p:cNvCxnSpPr>
            <a:cxnSpLocks/>
          </p:cNvCxnSpPr>
          <p:nvPr/>
        </p:nvCxnSpPr>
        <p:spPr>
          <a:xfrm>
            <a:off x="4520241" y="4433977"/>
            <a:ext cx="267419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2B3E7F8-FA81-404E-BF98-BCAE1B519310}"/>
              </a:ext>
            </a:extLst>
          </p:cNvPr>
          <p:cNvCxnSpPr>
            <a:cxnSpLocks/>
          </p:cNvCxnSpPr>
          <p:nvPr/>
        </p:nvCxnSpPr>
        <p:spPr>
          <a:xfrm>
            <a:off x="4606505" y="4586377"/>
            <a:ext cx="267419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8BC7B51-E162-4714-8CAE-C8ECCFA2EE75}"/>
              </a:ext>
            </a:extLst>
          </p:cNvPr>
          <p:cNvCxnSpPr>
            <a:cxnSpLocks/>
          </p:cNvCxnSpPr>
          <p:nvPr/>
        </p:nvCxnSpPr>
        <p:spPr>
          <a:xfrm>
            <a:off x="4405222" y="3833004"/>
            <a:ext cx="267419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F8258BC-B1E4-4EAD-A880-B32AACB1AC8D}"/>
              </a:ext>
            </a:extLst>
          </p:cNvPr>
          <p:cNvCxnSpPr>
            <a:cxnSpLocks/>
          </p:cNvCxnSpPr>
          <p:nvPr/>
        </p:nvCxnSpPr>
        <p:spPr>
          <a:xfrm>
            <a:off x="4367841" y="3982528"/>
            <a:ext cx="267419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A30B6E7-C14E-4F2C-A755-EDE91F36E827}"/>
              </a:ext>
            </a:extLst>
          </p:cNvPr>
          <p:cNvCxnSpPr>
            <a:cxnSpLocks/>
          </p:cNvCxnSpPr>
          <p:nvPr/>
        </p:nvCxnSpPr>
        <p:spPr>
          <a:xfrm>
            <a:off x="4672641" y="4143554"/>
            <a:ext cx="267419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Arrow: Left 15">
            <a:extLst>
              <a:ext uri="{FF2B5EF4-FFF2-40B4-BE49-F238E27FC236}">
                <a16:creationId xmlns:a16="http://schemas.microsoft.com/office/drawing/2014/main" id="{4F8DB12B-3D99-45DF-A7E1-562452BF1901}"/>
              </a:ext>
            </a:extLst>
          </p:cNvPr>
          <p:cNvSpPr/>
          <p:nvPr/>
        </p:nvSpPr>
        <p:spPr>
          <a:xfrm>
            <a:off x="5126966" y="4034286"/>
            <a:ext cx="287547" cy="218536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7D590A-6AF5-4739-B118-D401543FE0EF}"/>
              </a:ext>
            </a:extLst>
          </p:cNvPr>
          <p:cNvSpPr/>
          <p:nvPr/>
        </p:nvSpPr>
        <p:spPr>
          <a:xfrm>
            <a:off x="5355939" y="3881944"/>
            <a:ext cx="61061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Row’s</a:t>
            </a:r>
          </a:p>
          <a:p>
            <a:r>
              <a:rPr lang="en-US" sz="1400" dirty="0"/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365116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6" descr="image006">
            <a:extLst>
              <a:ext uri="{FF2B5EF4-FFF2-40B4-BE49-F238E27FC236}">
                <a16:creationId xmlns:a16="http://schemas.microsoft.com/office/drawing/2014/main" id="{0A6F4922-3B6A-4E35-B2A8-9F0740EE04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972" y="506984"/>
            <a:ext cx="9353551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5" descr="image005">
            <a:extLst>
              <a:ext uri="{FF2B5EF4-FFF2-40B4-BE49-F238E27FC236}">
                <a16:creationId xmlns:a16="http://schemas.microsoft.com/office/drawing/2014/main" id="{7983BD4A-249C-4CFD-BB66-978B4A750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054" y="1160702"/>
            <a:ext cx="6086475" cy="506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 descr="image004">
            <a:extLst>
              <a:ext uri="{FF2B5EF4-FFF2-40B4-BE49-F238E27FC236}">
                <a16:creationId xmlns:a16="http://schemas.microsoft.com/office/drawing/2014/main" id="{4BD6E46F-94A4-4015-8770-CA3DAFC5F8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1683" y="3800385"/>
            <a:ext cx="6076950" cy="192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3" descr="image003">
            <a:extLst>
              <a:ext uri="{FF2B5EF4-FFF2-40B4-BE49-F238E27FC236}">
                <a16:creationId xmlns:a16="http://schemas.microsoft.com/office/drawing/2014/main" id="{B6C6F5CF-E16F-4E5F-B8DC-230554BDBC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6922" y="1500009"/>
            <a:ext cx="4943475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E8E1E1D-EA6E-40BA-A603-2DB1DB2C9144}"/>
              </a:ext>
            </a:extLst>
          </p:cNvPr>
          <p:cNvSpPr/>
          <p:nvPr/>
        </p:nvSpPr>
        <p:spPr>
          <a:xfrm>
            <a:off x="333554" y="114650"/>
            <a:ext cx="113581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In the case that your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dataview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you will encounter following message by calling Preview function: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BA6C8159-54EE-43F5-82CF-63B8DCC8AA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054" y="55760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All you need to do is to click on that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30" name="Picture 9" descr="cid:image007.png@01D48725.89F3C120">
            <a:extLst>
              <a:ext uri="{FF2B5EF4-FFF2-40B4-BE49-F238E27FC236}">
                <a16:creationId xmlns:a16="http://schemas.microsoft.com/office/drawing/2014/main" id="{BA02866F-136F-4319-94B2-4A8FD8BC35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r:link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9941" y="760907"/>
            <a:ext cx="21907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8">
            <a:extLst>
              <a:ext uri="{FF2B5EF4-FFF2-40B4-BE49-F238E27FC236}">
                <a16:creationId xmlns:a16="http://schemas.microsoft.com/office/drawing/2014/main" id="{00CF3F7C-B553-43C8-A12E-30483DDAF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9016" y="84663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icon  and Visual studio will execute function in multithreaded environment and produce you object which you can inspect.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0501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3CABF7B-DF03-4006-A5A3-3AF51FE2E31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55" b="7894"/>
          <a:stretch/>
        </p:blipFill>
        <p:spPr>
          <a:xfrm>
            <a:off x="2262957" y="1231453"/>
            <a:ext cx="7316867" cy="442036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7B5AC4B-E062-422F-A258-26A1FDBAD5B8}"/>
              </a:ext>
            </a:extLst>
          </p:cNvPr>
          <p:cNvSpPr/>
          <p:nvPr/>
        </p:nvSpPr>
        <p:spPr>
          <a:xfrm>
            <a:off x="3085905" y="585122"/>
            <a:ext cx="534133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latin typeface="Segoe UI Light" panose="020B0502040204020203" pitchFamily="34" charset="0"/>
                <a:cs typeface="Segoe UI Light" panose="020B0502040204020203" pitchFamily="34" charset="0"/>
              </a:rPr>
              <a:t>Global Feature Importance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DA7F69-34EC-4FE2-96AE-6EB0812A8EFF}"/>
              </a:ext>
            </a:extLst>
          </p:cNvPr>
          <p:cNvSpPr/>
          <p:nvPr/>
        </p:nvSpPr>
        <p:spPr>
          <a:xfrm>
            <a:off x="5024328" y="5677091"/>
            <a:ext cx="21433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Decrease in R-Squared</a:t>
            </a:r>
          </a:p>
        </p:txBody>
      </p:sp>
    </p:spTree>
    <p:extLst>
      <p:ext uri="{BB962C8B-B14F-4D97-AF65-F5344CB8AC3E}">
        <p14:creationId xmlns:p14="http://schemas.microsoft.com/office/powerpoint/2010/main" val="1405657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315468-63E0-4C57-83F7-60C540906A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7566" y="685175"/>
            <a:ext cx="7316867" cy="548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07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</TotalTime>
  <Words>68</Words>
  <Application>Microsoft Office PowerPoint</Application>
  <PresentationFormat>Widescreen</PresentationFormat>
  <Paragraphs>28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Consolas</vt:lpstr>
      <vt:lpstr>Segoe UI</vt:lpstr>
      <vt:lpstr>Segoe UI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Cesar De la Torre Llorente</dc:creator>
  <cp:lastModifiedBy>Cesar De la Torre Llorente</cp:lastModifiedBy>
  <cp:revision>30</cp:revision>
  <dcterms:created xsi:type="dcterms:W3CDTF">2018-11-05T23:30:58Z</dcterms:created>
  <dcterms:modified xsi:type="dcterms:W3CDTF">2018-11-30T01:58:38Z</dcterms:modified>
</cp:coreProperties>
</file>