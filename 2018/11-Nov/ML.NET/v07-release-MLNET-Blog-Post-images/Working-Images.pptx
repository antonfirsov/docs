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6" d="100"/>
          <a:sy n="86" d="100"/>
        </p:scale>
        <p:origin x="36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2B86B-602D-4807-A4C6-49A2D792B5FA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A923DB-1019-4BBB-9441-5E79C8893A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5747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8A923DB-1019-4BBB-9441-5E79C8893A2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129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14769-BD35-46E7-AAD9-A68DAA1E74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BEEDF9-5DB6-4349-A7DE-4EACDDB16B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E2B00B-AFEA-4C28-84AC-E0777446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D74D3-102C-4C65-B932-F081161FF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956C0-2DB3-442D-93B0-57F13ACC9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21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C5EEC-B835-413B-9203-3F7CE1514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2A3E4-16BC-448A-BB19-AC0CC1DDB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C7000-2B40-4524-8FF8-02040BC99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9E8D73-6484-4CAC-9BEF-B70AFD26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41EF19-3C69-4E20-B2E4-0B4705529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74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296A6-54EA-4AA2-83DA-9EC583084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DA0D2E-02E9-49A6-AE56-8A8313568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800B9D-1F42-4E01-84A3-CBBA95520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0DC9B-01BA-494D-A3F6-BC4F5C43C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FFCBC-F447-47A2-9C6F-BC1F5115B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145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48BB6-DF1D-465B-BEB7-DCD7A6017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6C698-A72A-4E70-9181-5E7D1AFB55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08F33-25F9-4942-A32E-C425AB4CBD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FB7457-E231-4688-93AD-89871BC97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2BC49B-03AF-4035-8823-3B85DB92C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E1F04-798E-4B39-8048-59EF7292E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6108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2E43-690C-4DA5-8F01-751334ABE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0AEE11-7EA3-4F50-B6E1-3100E233E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85D02-9E7E-415B-BAB6-C601A6AC6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3E2C6B-9F06-4533-9CF5-3BD9E3CBE2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888A83-BCEB-4A9A-BA64-7530FEF4C9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1E7682-D065-43B8-BBFE-CA393046F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C620EA-BF8B-4484-963C-F70CE756E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CC9261-63FD-4F6F-9954-C731BA2F1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17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7D6E8-5491-47A1-9823-2336029F3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38752B-818C-4784-89A8-EDDEFAA74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487BE7-418F-4F2B-B38E-52AB9FE70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710C14-4C6D-4532-AE59-05A5F2461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543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3C5356-49DA-4900-8188-D9B05234A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DDF225-CB0C-4BA1-9D6E-A88C01304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F1D04-7679-431D-9AF8-74E984A26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087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C794-FE0E-46EF-84FC-20AE0DB17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2AF23-AD92-40EA-9A0C-461A45D328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D64E0D-D59C-4F65-A738-B29A72BA2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6D50ED-26D2-4532-83A2-13498FFF6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9C217B-5467-49A7-ADEE-65FB693B3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F88B9E-3AC3-4FED-BAF1-A08B0625A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01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50A23-B8F0-4725-B496-B7BEC7C19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B6AF48-C647-474D-A269-2100A33222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5F1E2F-957D-43DF-B7D4-280EB3641A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C3D516-5A23-458A-B336-A56C156F1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939F20-464C-40DC-A35C-849222DB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931014-6228-4451-AC6B-A6404E682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117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0046E-2CDB-4BA3-8A50-54EAEF575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D8BAD9-BC19-4A0E-ACDA-E42EC4822A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3111B-4669-424F-BDCC-062973EAA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2CAE9-9C60-4D93-AF31-E106126FE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27368-5C8F-4B59-8140-34A3C2A2F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788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957DA4-3D93-42FA-B9ED-FE6FA5876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A3CA65-82A5-473C-B487-8026CF616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8282D5-DF14-4BF3-A5C7-4BE4EA867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0B1113-6AFE-480D-8DF8-E03A13646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3B603-807F-4FF5-9952-50EE7AD2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234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1F2850-8851-4CDB-8146-4AFF50B8D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BFEC55-BA7F-4BA4-9752-4E77ED5D2D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C4043-5487-4B5F-A055-403EA9B71C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99E5CE-9E2F-4137-94E0-5AE06EE15E38}" type="datetimeFigureOut">
              <a:rPr lang="en-US" smtClean="0"/>
              <a:t>11/5/2018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04712B-45F4-42C1-934B-45240EF43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44D92-A925-44EF-A8DE-818E74CA2F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24D2D7-4069-4F15-BBAF-5954BEF081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51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F2750F8-B157-457A-8354-6C9128E31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67" y="698270"/>
            <a:ext cx="2735337" cy="254161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40A5694-E5D6-47D0-849A-0A6E45DF74F9}"/>
              </a:ext>
            </a:extLst>
          </p:cNvPr>
          <p:cNvSpPr/>
          <p:nvPr/>
        </p:nvSpPr>
        <p:spPr>
          <a:xfrm>
            <a:off x="573192" y="236605"/>
            <a:ext cx="264687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Anomaly Detection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C1620E0-0987-4F0D-9DF0-81FA28B3F3F0}"/>
              </a:ext>
            </a:extLst>
          </p:cNvPr>
          <p:cNvGrpSpPr/>
          <p:nvPr/>
        </p:nvGrpSpPr>
        <p:grpSpPr>
          <a:xfrm>
            <a:off x="3997593" y="236605"/>
            <a:ext cx="2867853" cy="3075410"/>
            <a:chOff x="3997593" y="236605"/>
            <a:chExt cx="2867853" cy="307541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9CD3270-8826-4DA3-AAED-0A0B4BBBE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97593" y="770399"/>
              <a:ext cx="2867853" cy="2541616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80C73FA-B65C-4345-B0DB-0C1D682B4021}"/>
                </a:ext>
              </a:extLst>
            </p:cNvPr>
            <p:cNvSpPr/>
            <p:nvPr/>
          </p:nvSpPr>
          <p:spPr>
            <a:xfrm>
              <a:off x="4089114" y="236605"/>
              <a:ext cx="246574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Recommendation</a:t>
              </a:r>
            </a:p>
          </p:txBody>
        </p:sp>
      </p:grpSp>
      <p:pic>
        <p:nvPicPr>
          <p:cNvPr id="1028" name="Picture 4" descr="Related image">
            <a:extLst>
              <a:ext uri="{FF2B5EF4-FFF2-40B4-BE49-F238E27FC236}">
                <a16:creationId xmlns:a16="http://schemas.microsoft.com/office/drawing/2014/main" id="{0DA0859F-3148-4C66-B01D-CF4329E491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318" y="782088"/>
            <a:ext cx="2696095" cy="2696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472D281-33A6-4F2F-924D-E759F8E8F236}"/>
              </a:ext>
            </a:extLst>
          </p:cNvPr>
          <p:cNvSpPr/>
          <p:nvPr/>
        </p:nvSpPr>
        <p:spPr>
          <a:xfrm>
            <a:off x="7822874" y="236605"/>
            <a:ext cx="227498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ML.NET pipeline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763BBD-D24B-45EC-8BF1-CDC478AAEC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367" y="3790220"/>
            <a:ext cx="2143125" cy="2143125"/>
          </a:xfrm>
          <a:prstGeom prst="rect">
            <a:avLst/>
          </a:prstGeom>
        </p:spPr>
      </p:pic>
      <p:pic>
        <p:nvPicPr>
          <p:cNvPr id="1034" name="Picture 10" descr="Image result for &quot;Visual Studio&quot; logo">
            <a:extLst>
              <a:ext uri="{FF2B5EF4-FFF2-40B4-BE49-F238E27FC236}">
                <a16:creationId xmlns:a16="http://schemas.microsoft.com/office/drawing/2014/main" id="{50158CBC-CE60-479B-B8DC-96B15E7D7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4997" y="4005350"/>
            <a:ext cx="1794162" cy="179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Image result for Rocket get started icon">
            <a:extLst>
              <a:ext uri="{FF2B5EF4-FFF2-40B4-BE49-F238E27FC236}">
                <a16:creationId xmlns:a16="http://schemas.microsoft.com/office/drawing/2014/main" id="{2D262007-A7A5-4BED-AB4A-7063086746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941" y="3833552"/>
            <a:ext cx="1905173" cy="19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4214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8</Words>
  <Application>Microsoft Office PowerPoint</Application>
  <PresentationFormat>Widescreen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Cesar De la Torre Llorente</dc:creator>
  <cp:lastModifiedBy>Cesar De la Torre Llorente</cp:lastModifiedBy>
  <cp:revision>6</cp:revision>
  <dcterms:created xsi:type="dcterms:W3CDTF">2018-11-05T23:30:58Z</dcterms:created>
  <dcterms:modified xsi:type="dcterms:W3CDTF">2018-11-06T00:44:34Z</dcterms:modified>
</cp:coreProperties>
</file>