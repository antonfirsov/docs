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CD8"/>
    <a:srgbClr val="289CD7"/>
    <a:srgbClr val="69A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2B86B-602D-4807-A4C6-49A2D792B5FA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923DB-1019-4BBB-9441-5E79C8893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7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A923DB-1019-4BBB-9441-5E79C8893A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29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4769-BD35-46E7-AAD9-A68DAA1E7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EEDF9-5DB6-4349-A7DE-4EACDDB16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2B00B-AFEA-4C28-84AC-E0777446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D74D3-102C-4C65-B932-F081161F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956C0-2DB3-442D-93B0-57F13ACC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2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5EEC-B835-413B-9203-3F7CE151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A3E4-16BC-448A-BB19-AC0CC1DDB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C7000-2B40-4524-8FF8-02040BC9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8D73-6484-4CAC-9BEF-B70AFD26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1EF19-3C69-4E20-B2E4-0B470552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7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96A6-54EA-4AA2-83DA-9EC58308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A0D2E-02E9-49A6-AE56-8A831356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0B9D-1F42-4E01-84A3-CBBA9552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DC9B-01BA-494D-A3F6-BC4F5C43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FFCBC-F447-47A2-9C6F-BC1F5115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4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8BB6-DF1D-465B-BEB7-DCD7A601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C698-A72A-4E70-9181-5E7D1AFB5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08F33-25F9-4942-A32E-C425AB4CB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B7457-E231-4688-93AD-89871BC9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BC49B-03AF-4035-8823-3B85DB92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E1F04-798E-4B39-8048-59EF7292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1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2E43-690C-4DA5-8F01-751334AB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AEE11-7EA3-4F50-B6E1-3100E233E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5D02-9E7E-415B-BAB6-C601A6AC6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E2C6B-9F06-4533-9CF5-3BD9E3CBE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88A83-BCEB-4A9A-BA64-7530FEF4C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E7682-D065-43B8-BBFE-CA393046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C620EA-BF8B-4484-963C-F70CE756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C9261-63FD-4F6F-9954-C731BA2F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1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D6E8-5491-47A1-9823-2336029F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38752B-818C-4784-89A8-EDDEFAA7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87BE7-418F-4F2B-B38E-52AB9FE7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10C14-4C6D-4532-AE59-05A5F246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4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C5356-49DA-4900-8188-D9B05234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DF225-CB0C-4BA1-9D6E-A88C0130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F1D04-7679-431D-9AF8-74E984A2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8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C794-FE0E-46EF-84FC-20AE0DB1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AF23-AD92-40EA-9A0C-461A45D32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64E0D-D59C-4F65-A738-B29A72BA2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D50ED-26D2-4532-83A2-13498FFF6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C217B-5467-49A7-ADEE-65FB693B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88B9E-3AC3-4FED-BAF1-A08B0625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0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0A23-B8F0-4725-B496-B7BEC7C1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6AF48-C647-474D-A269-2100A3322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F1E2F-957D-43DF-B7D4-280EB3641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3D516-5A23-458A-B336-A56C156F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39F20-464C-40DC-A35C-849222DB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31014-6228-4451-AC6B-A6404E68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1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046E-2CDB-4BA3-8A50-54EAEF57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8BAD9-BC19-4A0E-ACDA-E42EC4822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111B-4669-424F-BDCC-062973EA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2CAE9-9C60-4D93-AF31-E106126FE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27368-5C8F-4B59-8140-34A3C2A2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8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57DA4-3D93-42FA-B9ED-FE6FA5876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3CA65-82A5-473C-B487-8026CF616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82D5-DF14-4BF3-A5C7-4BE4EA86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B1113-6AFE-480D-8DF8-E03A1364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3B603-807F-4FF5-9952-50EE7AD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3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F2850-8851-4CDB-8146-4AFF50B8D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FEC55-BA7F-4BA4-9752-4E77ED5D2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C4043-5487-4B5F-A055-403EA9B71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9E5CE-9E2F-4137-94E0-5AE06EE15E38}" type="datetimeFigureOut">
              <a:rPr lang="en-US" smtClean="0"/>
              <a:t>11/6/2018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712B-45F4-42C1-934B-45240EF43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44D92-A925-44EF-A8DE-818E74CA2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4D2D7-4069-4F15-BBAF-5954BEF08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1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lated image">
            <a:extLst>
              <a:ext uri="{FF2B5EF4-FFF2-40B4-BE49-F238E27FC236}">
                <a16:creationId xmlns:a16="http://schemas.microsoft.com/office/drawing/2014/main" id="{0DA0859F-3148-4C66-B01D-CF4329E49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318" y="782088"/>
            <a:ext cx="2696095" cy="269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72D281-33A6-4F2F-924D-E759F8E8F236}"/>
              </a:ext>
            </a:extLst>
          </p:cNvPr>
          <p:cNvSpPr/>
          <p:nvPr/>
        </p:nvSpPr>
        <p:spPr>
          <a:xfrm>
            <a:off x="7822874" y="236605"/>
            <a:ext cx="2274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ML.NET pipeline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763BBD-D24B-45EC-8BF1-CDC478AAE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67" y="3790220"/>
            <a:ext cx="2143125" cy="2143125"/>
          </a:xfrm>
          <a:prstGeom prst="rect">
            <a:avLst/>
          </a:prstGeom>
        </p:spPr>
      </p:pic>
      <p:pic>
        <p:nvPicPr>
          <p:cNvPr id="1034" name="Picture 10" descr="Image result for &quot;Visual Studio&quot; logo">
            <a:extLst>
              <a:ext uri="{FF2B5EF4-FFF2-40B4-BE49-F238E27FC236}">
                <a16:creationId xmlns:a16="http://schemas.microsoft.com/office/drawing/2014/main" id="{50158CBC-CE60-479B-B8DC-96B15E7D7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997" y="4005350"/>
            <a:ext cx="1794162" cy="179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Rocket get started icon">
            <a:extLst>
              <a:ext uri="{FF2B5EF4-FFF2-40B4-BE49-F238E27FC236}">
                <a16:creationId xmlns:a16="http://schemas.microsoft.com/office/drawing/2014/main" id="{2D262007-A7A5-4BED-AB4A-706308674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941" y="3833552"/>
            <a:ext cx="1905173" cy="190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58F57CB-B44B-4A53-83C6-8D33F1E4B41E}"/>
              </a:ext>
            </a:extLst>
          </p:cNvPr>
          <p:cNvGrpSpPr/>
          <p:nvPr/>
        </p:nvGrpSpPr>
        <p:grpSpPr>
          <a:xfrm>
            <a:off x="4082438" y="571185"/>
            <a:ext cx="2241319" cy="2281465"/>
            <a:chOff x="8029244" y="3569308"/>
            <a:chExt cx="2241319" cy="228146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DD0FA17-F476-4BA1-9A59-B4671AF9EC47}"/>
                </a:ext>
              </a:extLst>
            </p:cNvPr>
            <p:cNvSpPr/>
            <p:nvPr/>
          </p:nvSpPr>
          <p:spPr>
            <a:xfrm>
              <a:off x="8221805" y="4056611"/>
              <a:ext cx="1794162" cy="1794162"/>
            </a:xfrm>
            <a:prstGeom prst="ellipse">
              <a:avLst/>
            </a:prstGeom>
            <a:noFill/>
            <a:ln w="44450">
              <a:solidFill>
                <a:srgbClr val="289C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6360A9-AB1F-4537-BAD4-0C345D429589}"/>
                </a:ext>
              </a:extLst>
            </p:cNvPr>
            <p:cNvSpPr/>
            <p:nvPr/>
          </p:nvSpPr>
          <p:spPr>
            <a:xfrm>
              <a:off x="8241102" y="4255666"/>
              <a:ext cx="1742536" cy="908749"/>
            </a:xfrm>
            <a:custGeom>
              <a:avLst/>
              <a:gdLst>
                <a:gd name="connsiteX0" fmla="*/ 0 w 1742536"/>
                <a:gd name="connsiteY0" fmla="*/ 822417 h 908749"/>
                <a:gd name="connsiteX1" fmla="*/ 172528 w 1742536"/>
                <a:gd name="connsiteY1" fmla="*/ 598130 h 908749"/>
                <a:gd name="connsiteX2" fmla="*/ 345056 w 1742536"/>
                <a:gd name="connsiteY2" fmla="*/ 730402 h 908749"/>
                <a:gd name="connsiteX3" fmla="*/ 506083 w 1742536"/>
                <a:gd name="connsiteY3" fmla="*/ 598130 h 908749"/>
                <a:gd name="connsiteX4" fmla="*/ 667109 w 1742536"/>
                <a:gd name="connsiteY4" fmla="*/ 782160 h 908749"/>
                <a:gd name="connsiteX5" fmla="*/ 736121 w 1742536"/>
                <a:gd name="connsiteY5" fmla="*/ 603881 h 908749"/>
                <a:gd name="connsiteX6" fmla="*/ 810883 w 1742536"/>
                <a:gd name="connsiteY6" fmla="*/ 891428 h 908749"/>
                <a:gd name="connsiteX7" fmla="*/ 1035170 w 1742536"/>
                <a:gd name="connsiteY7" fmla="*/ 32 h 908749"/>
                <a:gd name="connsiteX8" fmla="*/ 1184694 w 1742536"/>
                <a:gd name="connsiteY8" fmla="*/ 856923 h 908749"/>
                <a:gd name="connsiteX9" fmla="*/ 1288211 w 1742536"/>
                <a:gd name="connsiteY9" fmla="*/ 644138 h 908749"/>
                <a:gd name="connsiteX10" fmla="*/ 1362973 w 1742536"/>
                <a:gd name="connsiteY10" fmla="*/ 822417 h 908749"/>
                <a:gd name="connsiteX11" fmla="*/ 1454989 w 1742536"/>
                <a:gd name="connsiteY11" fmla="*/ 615383 h 908749"/>
                <a:gd name="connsiteX12" fmla="*/ 1524000 w 1742536"/>
                <a:gd name="connsiteY12" fmla="*/ 776409 h 908749"/>
                <a:gd name="connsiteX13" fmla="*/ 1581509 w 1742536"/>
                <a:gd name="connsiteY13" fmla="*/ 655640 h 908749"/>
                <a:gd name="connsiteX14" fmla="*/ 1633268 w 1742536"/>
                <a:gd name="connsiteY14" fmla="*/ 810915 h 908749"/>
                <a:gd name="connsiteX15" fmla="*/ 1673524 w 1742536"/>
                <a:gd name="connsiteY15" fmla="*/ 701647 h 908749"/>
                <a:gd name="connsiteX16" fmla="*/ 1742536 w 1742536"/>
                <a:gd name="connsiteY16" fmla="*/ 805164 h 908749"/>
                <a:gd name="connsiteX17" fmla="*/ 1742536 w 1742536"/>
                <a:gd name="connsiteY17" fmla="*/ 805164 h 90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42536" h="908749">
                  <a:moveTo>
                    <a:pt x="0" y="822417"/>
                  </a:moveTo>
                  <a:cubicBezTo>
                    <a:pt x="57509" y="717941"/>
                    <a:pt x="115019" y="613466"/>
                    <a:pt x="172528" y="598130"/>
                  </a:cubicBezTo>
                  <a:cubicBezTo>
                    <a:pt x="230037" y="582794"/>
                    <a:pt x="289464" y="730402"/>
                    <a:pt x="345056" y="730402"/>
                  </a:cubicBezTo>
                  <a:cubicBezTo>
                    <a:pt x="400648" y="730402"/>
                    <a:pt x="452408" y="589504"/>
                    <a:pt x="506083" y="598130"/>
                  </a:cubicBezTo>
                  <a:cubicBezTo>
                    <a:pt x="559758" y="606756"/>
                    <a:pt x="628769" y="781201"/>
                    <a:pt x="667109" y="782160"/>
                  </a:cubicBezTo>
                  <a:cubicBezTo>
                    <a:pt x="705449" y="783119"/>
                    <a:pt x="712159" y="585670"/>
                    <a:pt x="736121" y="603881"/>
                  </a:cubicBezTo>
                  <a:cubicBezTo>
                    <a:pt x="760083" y="622092"/>
                    <a:pt x="761042" y="992069"/>
                    <a:pt x="810883" y="891428"/>
                  </a:cubicBezTo>
                  <a:cubicBezTo>
                    <a:pt x="860724" y="790787"/>
                    <a:pt x="972868" y="5783"/>
                    <a:pt x="1035170" y="32"/>
                  </a:cubicBezTo>
                  <a:cubicBezTo>
                    <a:pt x="1097472" y="-5719"/>
                    <a:pt x="1142521" y="749572"/>
                    <a:pt x="1184694" y="856923"/>
                  </a:cubicBezTo>
                  <a:cubicBezTo>
                    <a:pt x="1226867" y="964274"/>
                    <a:pt x="1258498" y="649889"/>
                    <a:pt x="1288211" y="644138"/>
                  </a:cubicBezTo>
                  <a:cubicBezTo>
                    <a:pt x="1317924" y="638387"/>
                    <a:pt x="1335177" y="827209"/>
                    <a:pt x="1362973" y="822417"/>
                  </a:cubicBezTo>
                  <a:cubicBezTo>
                    <a:pt x="1390769" y="817625"/>
                    <a:pt x="1428151" y="623051"/>
                    <a:pt x="1454989" y="615383"/>
                  </a:cubicBezTo>
                  <a:cubicBezTo>
                    <a:pt x="1481827" y="607715"/>
                    <a:pt x="1502913" y="769699"/>
                    <a:pt x="1524000" y="776409"/>
                  </a:cubicBezTo>
                  <a:cubicBezTo>
                    <a:pt x="1545087" y="783118"/>
                    <a:pt x="1563298" y="649889"/>
                    <a:pt x="1581509" y="655640"/>
                  </a:cubicBezTo>
                  <a:cubicBezTo>
                    <a:pt x="1599720" y="661391"/>
                    <a:pt x="1617932" y="803247"/>
                    <a:pt x="1633268" y="810915"/>
                  </a:cubicBezTo>
                  <a:cubicBezTo>
                    <a:pt x="1648604" y="818583"/>
                    <a:pt x="1655313" y="702605"/>
                    <a:pt x="1673524" y="701647"/>
                  </a:cubicBezTo>
                  <a:cubicBezTo>
                    <a:pt x="1691735" y="700689"/>
                    <a:pt x="1742536" y="805164"/>
                    <a:pt x="1742536" y="805164"/>
                  </a:cubicBezTo>
                  <a:lnTo>
                    <a:pt x="1742536" y="805164"/>
                  </a:lnTo>
                </a:path>
              </a:pathLst>
            </a:custGeom>
            <a:noFill/>
            <a:ln w="31750">
              <a:solidFill>
                <a:srgbClr val="289C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Image result for icon magnifying glass">
              <a:extLst>
                <a:ext uri="{FF2B5EF4-FFF2-40B4-BE49-F238E27FC236}">
                  <a16:creationId xmlns:a16="http://schemas.microsoft.com/office/drawing/2014/main" id="{1429CF30-3DD4-47C4-B8A7-129435CBD4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02857" y="4056611"/>
              <a:ext cx="983016" cy="983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DEB47D-1536-471A-A215-8EFD23764E98}"/>
                </a:ext>
              </a:extLst>
            </p:cNvPr>
            <p:cNvSpPr/>
            <p:nvPr/>
          </p:nvSpPr>
          <p:spPr>
            <a:xfrm>
              <a:off x="8029244" y="3569308"/>
              <a:ext cx="224131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Anomaly Detection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40A5694-E5D6-47D0-849A-0A6E45DF74F9}"/>
              </a:ext>
            </a:extLst>
          </p:cNvPr>
          <p:cNvSpPr/>
          <p:nvPr/>
        </p:nvSpPr>
        <p:spPr>
          <a:xfrm>
            <a:off x="746595" y="550657"/>
            <a:ext cx="288412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Recommendations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E1F3DC9-91C3-4726-A2A0-4A86D4B08678}"/>
              </a:ext>
            </a:extLst>
          </p:cNvPr>
          <p:cNvGrpSpPr/>
          <p:nvPr/>
        </p:nvGrpSpPr>
        <p:grpSpPr>
          <a:xfrm>
            <a:off x="7518303" y="4529135"/>
            <a:ext cx="2884123" cy="1992831"/>
            <a:chOff x="765892" y="623885"/>
            <a:chExt cx="2884123" cy="199283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30CB43-1636-49FC-A926-E9E23E761577}"/>
                </a:ext>
              </a:extLst>
            </p:cNvPr>
            <p:cNvSpPr/>
            <p:nvPr/>
          </p:nvSpPr>
          <p:spPr>
            <a:xfrm>
              <a:off x="765892" y="623885"/>
              <a:ext cx="2884123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7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Recommendations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6FF9761-C1A6-4AFF-8B4B-68DFB7885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1326" y="1336556"/>
              <a:ext cx="1280160" cy="1280160"/>
            </a:xfrm>
            <a:prstGeom prst="ellipse">
              <a:avLst/>
            </a:prstGeom>
            <a:solidFill>
              <a:srgbClr val="1C9C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C1FA5D7-F21F-44A6-A888-1EFE6EC3E293}"/>
                </a:ext>
              </a:extLst>
            </p:cNvPr>
            <p:cNvGrpSpPr/>
            <p:nvPr/>
          </p:nvGrpSpPr>
          <p:grpSpPr>
            <a:xfrm>
              <a:off x="2286700" y="1317504"/>
              <a:ext cx="1280160" cy="1280160"/>
              <a:chOff x="9537939" y="4451230"/>
              <a:chExt cx="1280160" cy="128016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5CB243B-816A-4BFB-B8F5-6983721CDC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537939" y="4451230"/>
                <a:ext cx="1280160" cy="1280160"/>
              </a:xfrm>
              <a:prstGeom prst="ellipse">
                <a:avLst/>
              </a:prstGeom>
              <a:solidFill>
                <a:srgbClr val="1C9CD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E06134D9-2CBF-469F-A050-4F3F973CB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0326" y="4997570"/>
                <a:ext cx="249843" cy="368061"/>
              </a:xfrm>
              <a:prstGeom prst="line">
                <a:avLst/>
              </a:prstGeom>
              <a:ln w="1905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96D4935-F18F-4808-9A95-EA436C4237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66014" y="4790981"/>
                <a:ext cx="436259" cy="579177"/>
              </a:xfrm>
              <a:prstGeom prst="line">
                <a:avLst/>
              </a:prstGeom>
              <a:ln w="1905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ight Triangle 66">
                <a:extLst>
                  <a:ext uri="{FF2B5EF4-FFF2-40B4-BE49-F238E27FC236}">
                    <a16:creationId xmlns:a16="http://schemas.microsoft.com/office/drawing/2014/main" id="{C62DFFE6-3D80-4B14-B3B4-31224F58BCF9}"/>
                  </a:ext>
                </a:extLst>
              </p:cNvPr>
              <p:cNvSpPr/>
              <p:nvPr/>
            </p:nvSpPr>
            <p:spPr>
              <a:xfrm rot="19218699">
                <a:off x="10071524" y="5389623"/>
                <a:ext cx="58414" cy="61387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ight Triangle 67">
                <a:extLst>
                  <a:ext uri="{FF2B5EF4-FFF2-40B4-BE49-F238E27FC236}">
                    <a16:creationId xmlns:a16="http://schemas.microsoft.com/office/drawing/2014/main" id="{33DC62F8-B9B5-42F5-B9F9-CC5F28425EB1}"/>
                  </a:ext>
                </a:extLst>
              </p:cNvPr>
              <p:cNvSpPr/>
              <p:nvPr/>
            </p:nvSpPr>
            <p:spPr>
              <a:xfrm rot="18647173">
                <a:off x="10062149" y="5352574"/>
                <a:ext cx="92266" cy="79276"/>
              </a:xfrm>
              <a:prstGeom prst="rt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0936E4F-2D3D-4965-8ABE-0409A2C58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049" y="1682696"/>
              <a:ext cx="535159" cy="591907"/>
            </a:xfrm>
            <a:prstGeom prst="line">
              <a:avLst/>
            </a:prstGeom>
            <a:ln w="190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6689D9B-3709-442D-A9E4-4D2B15E694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45049" y="1682696"/>
              <a:ext cx="535160" cy="579494"/>
            </a:xfrm>
            <a:prstGeom prst="line">
              <a:avLst/>
            </a:prstGeom>
            <a:ln w="190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41D77F23-62BF-47CE-80B9-BEAF57430ABA}"/>
              </a:ext>
            </a:extLst>
          </p:cNvPr>
          <p:cNvSpPr/>
          <p:nvPr/>
        </p:nvSpPr>
        <p:spPr>
          <a:xfrm>
            <a:off x="1541607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1509E41D-386D-4F7A-A705-5803152049B3}"/>
              </a:ext>
            </a:extLst>
          </p:cNvPr>
          <p:cNvSpPr/>
          <p:nvPr/>
        </p:nvSpPr>
        <p:spPr>
          <a:xfrm>
            <a:off x="2246474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C3CAD0C9-08AA-4B4B-AE49-4539578D91A2}"/>
              </a:ext>
            </a:extLst>
          </p:cNvPr>
          <p:cNvSpPr/>
          <p:nvPr/>
        </p:nvSpPr>
        <p:spPr>
          <a:xfrm>
            <a:off x="2932044" y="1257543"/>
            <a:ext cx="581025" cy="564554"/>
          </a:xfrm>
          <a:prstGeom prst="star5">
            <a:avLst/>
          </a:prstGeom>
          <a:noFill/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5486CAEC-5FC3-4BC9-A9B1-9D24D21F9D46}"/>
              </a:ext>
            </a:extLst>
          </p:cNvPr>
          <p:cNvSpPr/>
          <p:nvPr/>
        </p:nvSpPr>
        <p:spPr>
          <a:xfrm>
            <a:off x="822726" y="1257543"/>
            <a:ext cx="581025" cy="564554"/>
          </a:xfrm>
          <a:prstGeom prst="star5">
            <a:avLst/>
          </a:prstGeom>
          <a:solidFill>
            <a:srgbClr val="1C9CD8"/>
          </a:solidFill>
          <a:ln w="28575">
            <a:solidFill>
              <a:srgbClr val="1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2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Cesar De la Torre Llorente</dc:creator>
  <cp:lastModifiedBy>Cesar De la Torre Llorente</cp:lastModifiedBy>
  <cp:revision>11</cp:revision>
  <dcterms:created xsi:type="dcterms:W3CDTF">2018-11-05T23:30:58Z</dcterms:created>
  <dcterms:modified xsi:type="dcterms:W3CDTF">2018-11-07T04:29:01Z</dcterms:modified>
</cp:coreProperties>
</file>