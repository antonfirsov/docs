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3B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6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172103-286D-4CE2-9A2E-06A9DD3424DE}" type="datetimeFigureOut">
              <a:rPr lang="en-US" smtClean="0"/>
              <a:t>5/8/2017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5E3149-21A7-4824-91A0-71CB356E7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660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5E3149-21A7-4824-91A0-71CB356E722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7048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E2465-6F15-4566-A82C-CAEC422CDFAD}" type="datetimeFigureOut">
              <a:rPr lang="en-US" smtClean="0"/>
              <a:t>5/8/2017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B1146-6D3E-4522-B8ED-DCDC399A8D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662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E2465-6F15-4566-A82C-CAEC422CDFAD}" type="datetimeFigureOut">
              <a:rPr lang="en-US" smtClean="0"/>
              <a:t>5/8/2017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B1146-6D3E-4522-B8ED-DCDC399A8D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164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E2465-6F15-4566-A82C-CAEC422CDFAD}" type="datetimeFigureOut">
              <a:rPr lang="en-US" smtClean="0"/>
              <a:t>5/8/2017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B1146-6D3E-4522-B8ED-DCDC399A8D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442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E2465-6F15-4566-A82C-CAEC422CDFAD}" type="datetimeFigureOut">
              <a:rPr lang="en-US" smtClean="0"/>
              <a:t>5/8/2017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B1146-6D3E-4522-B8ED-DCDC399A8D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735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E2465-6F15-4566-A82C-CAEC422CDFAD}" type="datetimeFigureOut">
              <a:rPr lang="en-US" smtClean="0"/>
              <a:t>5/8/2017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B1146-6D3E-4522-B8ED-DCDC399A8D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435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E2465-6F15-4566-A82C-CAEC422CDFAD}" type="datetimeFigureOut">
              <a:rPr lang="en-US" smtClean="0"/>
              <a:t>5/8/2017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B1146-6D3E-4522-B8ED-DCDC399A8D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68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E2465-6F15-4566-A82C-CAEC422CDFAD}" type="datetimeFigureOut">
              <a:rPr lang="en-US" smtClean="0"/>
              <a:t>5/8/2017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B1146-6D3E-4522-B8ED-DCDC399A8D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929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E2465-6F15-4566-A82C-CAEC422CDFAD}" type="datetimeFigureOut">
              <a:rPr lang="en-US" smtClean="0"/>
              <a:t>5/8/2017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B1146-6D3E-4522-B8ED-DCDC399A8D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35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E2465-6F15-4566-A82C-CAEC422CDFAD}" type="datetimeFigureOut">
              <a:rPr lang="en-US" smtClean="0"/>
              <a:t>5/8/2017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B1146-6D3E-4522-B8ED-DCDC399A8D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328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E2465-6F15-4566-A82C-CAEC422CDFAD}" type="datetimeFigureOut">
              <a:rPr lang="en-US" smtClean="0"/>
              <a:t>5/8/2017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B1146-6D3E-4522-B8ED-DCDC399A8D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286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E2465-6F15-4566-A82C-CAEC422CDFAD}" type="datetimeFigureOut">
              <a:rPr lang="en-US" smtClean="0"/>
              <a:t>5/8/2017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B1146-6D3E-4522-B8ED-DCDC399A8D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650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BE2465-6F15-4566-A82C-CAEC422CDFAD}" type="datetimeFigureOut">
              <a:rPr lang="en-US" smtClean="0"/>
              <a:t>5/8/2017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EB1146-6D3E-4522-B8ED-DCDC399A8D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331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3173" y="877614"/>
            <a:ext cx="7078717" cy="28640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516273" y="1283649"/>
            <a:ext cx="2881237" cy="2100447"/>
          </a:xfrm>
          <a:prstGeom prst="rect">
            <a:avLst/>
          </a:prstGeom>
          <a:ln>
            <a:solidFill>
              <a:srgbClr val="D83B0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182880" tIns="146304" rIns="182880" bIns="146304" rtlCol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8000" dirty="0">
                <a:solidFill>
                  <a:srgbClr val="D83B01"/>
                </a:solidFill>
                <a:latin typeface="Segoe UI Light"/>
              </a:rPr>
              <a:t>~70%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961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rPr>
              <a:t>of NuGet packages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961" dirty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rPr>
              <a:t>are API compatible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9045" y="1283649"/>
            <a:ext cx="2881237" cy="2100447"/>
          </a:xfrm>
          <a:prstGeom prst="rect">
            <a:avLst/>
          </a:prstGeom>
          <a:ln>
            <a:solidFill>
              <a:srgbClr val="D83B0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182880" tIns="146304" rIns="182880" bIns="146304" rtlCol="0">
            <a:spAutoFit/>
          </a:bodyPr>
          <a:lstStyle/>
          <a:p>
            <a:pPr lvl="0" algn="ctr">
              <a:lnSpc>
                <a:spcPct val="90000"/>
              </a:lnSpc>
              <a:spcAft>
                <a:spcPts val="600"/>
              </a:spcAft>
            </a:pPr>
            <a:r>
              <a:rPr lang="en-US" sz="8000" dirty="0">
                <a:solidFill>
                  <a:srgbClr val="D83B01"/>
                </a:solidFill>
                <a:latin typeface="Segoe UI Light"/>
              </a:rPr>
              <a:t>+20K</a:t>
            </a:r>
          </a:p>
          <a:p>
            <a:pPr lvl="0" algn="ctr">
              <a:lnSpc>
                <a:spcPct val="90000"/>
              </a:lnSpc>
              <a:spcAft>
                <a:spcPts val="600"/>
              </a:spcAft>
            </a:pPr>
            <a:r>
              <a:rPr lang="en-US" sz="1961" dirty="0">
                <a:gradFill>
                  <a:gsLst>
                    <a:gs pos="1250">
                      <a:srgbClr val="505050"/>
                    </a:gs>
                    <a:gs pos="100000">
                      <a:srgbClr val="505050"/>
                    </a:gs>
                  </a:gsLst>
                  <a:lin ang="5400000" scaled="0"/>
                </a:gradFill>
              </a:rPr>
              <a:t>More APIs than</a:t>
            </a:r>
          </a:p>
          <a:p>
            <a:pPr lvl="0" algn="ctr">
              <a:lnSpc>
                <a:spcPct val="90000"/>
              </a:lnSpc>
              <a:spcAft>
                <a:spcPts val="600"/>
              </a:spcAft>
            </a:pPr>
            <a:r>
              <a:rPr lang="en-US" sz="1961" dirty="0">
                <a:gradFill>
                  <a:gsLst>
                    <a:gs pos="1250">
                      <a:srgbClr val="505050"/>
                    </a:gs>
                    <a:gs pos="100000">
                      <a:srgbClr val="505050"/>
                    </a:gs>
                  </a:gsLst>
                  <a:lin ang="5400000" scaled="0"/>
                </a:gradFill>
              </a:rPr>
              <a:t>.NET Standard 1.x</a:t>
            </a:r>
          </a:p>
        </p:txBody>
      </p:sp>
    </p:spTree>
    <p:extLst>
      <p:ext uri="{BB962C8B-B14F-4D97-AF65-F5344CB8AC3E}">
        <p14:creationId xmlns:p14="http://schemas.microsoft.com/office/powerpoint/2010/main" val="204424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21</Words>
  <Application>Microsoft Office PowerPoint</Application>
  <PresentationFormat>Widescreen</PresentationFormat>
  <Paragraphs>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Segoe UI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Immo Landwerth</dc:creator>
  <cp:lastModifiedBy>Immo Landwerth</cp:lastModifiedBy>
  <cp:revision>1</cp:revision>
  <dcterms:created xsi:type="dcterms:W3CDTF">2017-05-08T20:43:21Z</dcterms:created>
  <dcterms:modified xsi:type="dcterms:W3CDTF">2017-05-08T20:45:58Z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Ref">
    <vt:lpwstr>https://api.informationprotection.azure.com/api/72f988bf-86f1-41af-91ab-2d7cd011db47</vt:lpwstr>
  </property>
  <property fmtid="{D5CDD505-2E9C-101B-9397-08002B2CF9AE}" pid="5" name="MSIP_Label_f42aa342-8706-4288-bd11-ebb85995028c_SetBy">
    <vt:lpwstr>immol@microsoft.com</vt:lpwstr>
  </property>
  <property fmtid="{D5CDD505-2E9C-101B-9397-08002B2CF9AE}" pid="6" name="MSIP_Label_f42aa342-8706-4288-bd11-ebb85995028c_SetDate">
    <vt:lpwstr>2017-05-08T13:45:26.1188278-07:00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